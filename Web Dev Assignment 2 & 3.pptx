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 Wenington" userId="1ea334b8-a37e-465b-95df-3e8a641b1938" providerId="ADAL" clId="{C75E629A-17E6-4C34-B9E8-932D1BC19DCA}"/>
    <pc:docChg chg="undo custSel addSld modSld">
      <pc:chgData name="Daniel Wenington" userId="1ea334b8-a37e-465b-95df-3e8a641b1938" providerId="ADAL" clId="{C75E629A-17E6-4C34-B9E8-932D1BC19DCA}" dt="2026-05-01T10:22:54.854" v="1716" actId="20577"/>
      <pc:docMkLst>
        <pc:docMk/>
      </pc:docMkLst>
      <pc:sldChg chg="delSp modSp mod">
        <pc:chgData name="Daniel Wenington" userId="1ea334b8-a37e-465b-95df-3e8a641b1938" providerId="ADAL" clId="{C75E629A-17E6-4C34-B9E8-932D1BC19DCA}" dt="2026-05-01T10:22:54.854" v="1716" actId="20577"/>
        <pc:sldMkLst>
          <pc:docMk/>
          <pc:sldMk cId="2273211650" sldId="257"/>
        </pc:sldMkLst>
        <pc:spChg chg="del mod">
          <ac:chgData name="Daniel Wenington" userId="1ea334b8-a37e-465b-95df-3e8a641b1938" providerId="ADAL" clId="{C75E629A-17E6-4C34-B9E8-932D1BC19DCA}" dt="2026-05-01T10:22:16.919" v="1704" actId="478"/>
          <ac:spMkLst>
            <pc:docMk/>
            <pc:sldMk cId="2273211650" sldId="257"/>
            <ac:spMk id="4" creationId="{42BFA8C9-E223-F13D-AB20-44A274D7E68C}"/>
          </ac:spMkLst>
        </pc:spChg>
        <pc:spChg chg="del mod">
          <ac:chgData name="Daniel Wenington" userId="1ea334b8-a37e-465b-95df-3e8a641b1938" providerId="ADAL" clId="{C75E629A-17E6-4C34-B9E8-932D1BC19DCA}" dt="2026-05-01T10:22:17.612" v="1705" actId="478"/>
          <ac:spMkLst>
            <pc:docMk/>
            <pc:sldMk cId="2273211650" sldId="257"/>
            <ac:spMk id="5" creationId="{F2A5797D-361C-6F99-B98D-C095B785EE0D}"/>
          </ac:spMkLst>
        </pc:spChg>
        <pc:spChg chg="del mod">
          <ac:chgData name="Daniel Wenington" userId="1ea334b8-a37e-465b-95df-3e8a641b1938" providerId="ADAL" clId="{C75E629A-17E6-4C34-B9E8-932D1BC19DCA}" dt="2026-05-01T10:22:18.073" v="1706" actId="478"/>
          <ac:spMkLst>
            <pc:docMk/>
            <pc:sldMk cId="2273211650" sldId="257"/>
            <ac:spMk id="8" creationId="{B551E638-DB47-EB01-0843-19BDDD0D6D04}"/>
          </ac:spMkLst>
        </pc:spChg>
        <pc:spChg chg="del mod">
          <ac:chgData name="Daniel Wenington" userId="1ea334b8-a37e-465b-95df-3e8a641b1938" providerId="ADAL" clId="{C75E629A-17E6-4C34-B9E8-932D1BC19DCA}" dt="2026-05-01T10:22:18.579" v="1707" actId="478"/>
          <ac:spMkLst>
            <pc:docMk/>
            <pc:sldMk cId="2273211650" sldId="257"/>
            <ac:spMk id="9" creationId="{FA1EF693-E1B8-6583-F78D-A1C268695C33}"/>
          </ac:spMkLst>
        </pc:spChg>
        <pc:spChg chg="del mod">
          <ac:chgData name="Daniel Wenington" userId="1ea334b8-a37e-465b-95df-3e8a641b1938" providerId="ADAL" clId="{C75E629A-17E6-4C34-B9E8-932D1BC19DCA}" dt="2026-05-01T10:22:19.611" v="1708" actId="478"/>
          <ac:spMkLst>
            <pc:docMk/>
            <pc:sldMk cId="2273211650" sldId="257"/>
            <ac:spMk id="10" creationId="{2CA17177-F2E2-E25A-38BB-B05FA572EC62}"/>
          </ac:spMkLst>
        </pc:spChg>
        <pc:spChg chg="mod">
          <ac:chgData name="Daniel Wenington" userId="1ea334b8-a37e-465b-95df-3e8a641b1938" providerId="ADAL" clId="{C75E629A-17E6-4C34-B9E8-932D1BC19DCA}" dt="2026-05-01T10:22:09.879" v="1703" actId="207"/>
          <ac:spMkLst>
            <pc:docMk/>
            <pc:sldMk cId="2273211650" sldId="257"/>
            <ac:spMk id="11" creationId="{24C3432C-80BA-750C-E387-A0C59748FB2F}"/>
          </ac:spMkLst>
        </pc:spChg>
        <pc:spChg chg="mod">
          <ac:chgData name="Daniel Wenington" userId="1ea334b8-a37e-465b-95df-3e8a641b1938" providerId="ADAL" clId="{C75E629A-17E6-4C34-B9E8-932D1BC19DCA}" dt="2026-05-01T10:22:24.786" v="1709" actId="207"/>
          <ac:spMkLst>
            <pc:docMk/>
            <pc:sldMk cId="2273211650" sldId="257"/>
            <ac:spMk id="12" creationId="{4AFCAC1C-4EF7-F4FD-ACAE-723AF591D12C}"/>
          </ac:spMkLst>
        </pc:spChg>
        <pc:spChg chg="mod">
          <ac:chgData name="Daniel Wenington" userId="1ea334b8-a37e-465b-95df-3e8a641b1938" providerId="ADAL" clId="{C75E629A-17E6-4C34-B9E8-932D1BC19DCA}" dt="2026-05-01T10:22:27.915" v="1710" actId="207"/>
          <ac:spMkLst>
            <pc:docMk/>
            <pc:sldMk cId="2273211650" sldId="257"/>
            <ac:spMk id="13" creationId="{4C39DAAB-87C9-29D1-61F5-553AFB77121B}"/>
          </ac:spMkLst>
        </pc:spChg>
        <pc:spChg chg="mod">
          <ac:chgData name="Daniel Wenington" userId="1ea334b8-a37e-465b-95df-3e8a641b1938" providerId="ADAL" clId="{C75E629A-17E6-4C34-B9E8-932D1BC19DCA}" dt="2026-05-01T10:22:30.208" v="1711" actId="207"/>
          <ac:spMkLst>
            <pc:docMk/>
            <pc:sldMk cId="2273211650" sldId="257"/>
            <ac:spMk id="14" creationId="{DB09BC18-3535-31B8-51D1-91F284BC8F11}"/>
          </ac:spMkLst>
        </pc:spChg>
        <pc:spChg chg="mod">
          <ac:chgData name="Daniel Wenington" userId="1ea334b8-a37e-465b-95df-3e8a641b1938" providerId="ADAL" clId="{C75E629A-17E6-4C34-B9E8-932D1BC19DCA}" dt="2026-05-01T10:22:33.529" v="1712" actId="207"/>
          <ac:spMkLst>
            <pc:docMk/>
            <pc:sldMk cId="2273211650" sldId="257"/>
            <ac:spMk id="15" creationId="{CA443F44-1103-2DE7-833B-46D940DC7C94}"/>
          </ac:spMkLst>
        </pc:spChg>
        <pc:spChg chg="mod">
          <ac:chgData name="Daniel Wenington" userId="1ea334b8-a37e-465b-95df-3e8a641b1938" providerId="ADAL" clId="{C75E629A-17E6-4C34-B9E8-932D1BC19DCA}" dt="2026-05-01T10:22:35.742" v="1713" actId="207"/>
          <ac:spMkLst>
            <pc:docMk/>
            <pc:sldMk cId="2273211650" sldId="257"/>
            <ac:spMk id="16" creationId="{DD7B8AA0-0412-F5F4-29D0-5082152D242C}"/>
          </ac:spMkLst>
        </pc:spChg>
        <pc:spChg chg="mod">
          <ac:chgData name="Daniel Wenington" userId="1ea334b8-a37e-465b-95df-3e8a641b1938" providerId="ADAL" clId="{C75E629A-17E6-4C34-B9E8-932D1BC19DCA}" dt="2026-05-01T10:22:54.854" v="1716" actId="20577"/>
          <ac:spMkLst>
            <pc:docMk/>
            <pc:sldMk cId="2273211650" sldId="257"/>
            <ac:spMk id="22" creationId="{AC8A133A-CB19-9F96-76CB-9C924B2EB74B}"/>
          </ac:spMkLst>
        </pc:spChg>
      </pc:sldChg>
      <pc:sldChg chg="addSp delSp modSp new mod">
        <pc:chgData name="Daniel Wenington" userId="1ea334b8-a37e-465b-95df-3e8a641b1938" providerId="ADAL" clId="{C75E629A-17E6-4C34-B9E8-932D1BC19DCA}" dt="2026-04-27T14:36:08.754" v="1480" actId="20577"/>
        <pc:sldMkLst>
          <pc:docMk/>
          <pc:sldMk cId="2149873912" sldId="259"/>
        </pc:sldMkLst>
        <pc:spChg chg="add mod">
          <ac:chgData name="Daniel Wenington" userId="1ea334b8-a37e-465b-95df-3e8a641b1938" providerId="ADAL" clId="{C75E629A-17E6-4C34-B9E8-932D1BC19DCA}" dt="2026-04-27T14:36:08.754" v="1480" actId="20577"/>
          <ac:spMkLst>
            <pc:docMk/>
            <pc:sldMk cId="2149873912" sldId="259"/>
            <ac:spMk id="7" creationId="{8275F648-A639-9EB0-C220-0CF6C876FF51}"/>
          </ac:spMkLst>
        </pc:spChg>
        <pc:spChg chg="add mod">
          <ac:chgData name="Daniel Wenington" userId="1ea334b8-a37e-465b-95df-3e8a641b1938" providerId="ADAL" clId="{C75E629A-17E6-4C34-B9E8-932D1BC19DCA}" dt="2026-04-24T10:31:32.579" v="471" actId="1076"/>
          <ac:spMkLst>
            <pc:docMk/>
            <pc:sldMk cId="2149873912" sldId="259"/>
            <ac:spMk id="8" creationId="{A4ACC9E5-D25D-6E05-29D4-7E4CDB3A7234}"/>
          </ac:spMkLst>
        </pc:spChg>
        <pc:spChg chg="add mod">
          <ac:chgData name="Daniel Wenington" userId="1ea334b8-a37e-465b-95df-3e8a641b1938" providerId="ADAL" clId="{C75E629A-17E6-4C34-B9E8-932D1BC19DCA}" dt="2026-04-24T10:31:46.389" v="476" actId="1076"/>
          <ac:spMkLst>
            <pc:docMk/>
            <pc:sldMk cId="2149873912" sldId="259"/>
            <ac:spMk id="9" creationId="{F18C9311-4CA2-E8FE-D189-0A2CA02D8E0D}"/>
          </ac:spMkLst>
        </pc:spChg>
        <pc:spChg chg="add mod">
          <ac:chgData name="Daniel Wenington" userId="1ea334b8-a37e-465b-95df-3e8a641b1938" providerId="ADAL" clId="{C75E629A-17E6-4C34-B9E8-932D1BC19DCA}" dt="2026-04-24T10:31:44.452" v="475" actId="1076"/>
          <ac:spMkLst>
            <pc:docMk/>
            <pc:sldMk cId="2149873912" sldId="259"/>
            <ac:spMk id="10" creationId="{3F1AEB55-0578-9E34-88E5-93B36B0A188D}"/>
          </ac:spMkLst>
        </pc:spChg>
        <pc:spChg chg="add mod">
          <ac:chgData name="Daniel Wenington" userId="1ea334b8-a37e-465b-95df-3e8a641b1938" providerId="ADAL" clId="{C75E629A-17E6-4C34-B9E8-932D1BC19DCA}" dt="2026-04-24T10:20:46.095" v="179" actId="207"/>
          <ac:spMkLst>
            <pc:docMk/>
            <pc:sldMk cId="2149873912" sldId="259"/>
            <ac:spMk id="11" creationId="{D7DF24C2-A102-7572-AC88-D1AFA6BE3022}"/>
          </ac:spMkLst>
        </pc:spChg>
        <pc:spChg chg="add mod">
          <ac:chgData name="Daniel Wenington" userId="1ea334b8-a37e-465b-95df-3e8a641b1938" providerId="ADAL" clId="{C75E629A-17E6-4C34-B9E8-932D1BC19DCA}" dt="2026-04-24T10:20:54.329" v="180" actId="207"/>
          <ac:spMkLst>
            <pc:docMk/>
            <pc:sldMk cId="2149873912" sldId="259"/>
            <ac:spMk id="14" creationId="{93B41702-AEA3-0E5A-F294-B0B66E2E5360}"/>
          </ac:spMkLst>
        </pc:spChg>
        <pc:spChg chg="add mod">
          <ac:chgData name="Daniel Wenington" userId="1ea334b8-a37e-465b-95df-3e8a641b1938" providerId="ADAL" clId="{C75E629A-17E6-4C34-B9E8-932D1BC19DCA}" dt="2026-04-24T10:21:01.071" v="181" actId="207"/>
          <ac:spMkLst>
            <pc:docMk/>
            <pc:sldMk cId="2149873912" sldId="259"/>
            <ac:spMk id="15" creationId="{E9C9E9A6-AB23-868C-B5CF-74C6B093149D}"/>
          </ac:spMkLst>
        </pc:spChg>
        <pc:spChg chg="add mod">
          <ac:chgData name="Daniel Wenington" userId="1ea334b8-a37e-465b-95df-3e8a641b1938" providerId="ADAL" clId="{C75E629A-17E6-4C34-B9E8-932D1BC19DCA}" dt="2026-04-24T10:19:24.945" v="126" actId="1076"/>
          <ac:spMkLst>
            <pc:docMk/>
            <pc:sldMk cId="2149873912" sldId="259"/>
            <ac:spMk id="16" creationId="{7FFA6341-C202-D2DA-45AB-4B60EACD186E}"/>
          </ac:spMkLst>
        </pc:spChg>
        <pc:spChg chg="add mod">
          <ac:chgData name="Daniel Wenington" userId="1ea334b8-a37e-465b-95df-3e8a641b1938" providerId="ADAL" clId="{C75E629A-17E6-4C34-B9E8-932D1BC19DCA}" dt="2026-04-24T10:19:37.422" v="141" actId="1076"/>
          <ac:spMkLst>
            <pc:docMk/>
            <pc:sldMk cId="2149873912" sldId="259"/>
            <ac:spMk id="17" creationId="{A83A8049-270B-F2E4-1F4C-8620331BA7E8}"/>
          </ac:spMkLst>
        </pc:spChg>
        <pc:spChg chg="add mod">
          <ac:chgData name="Daniel Wenington" userId="1ea334b8-a37e-465b-95df-3e8a641b1938" providerId="ADAL" clId="{C75E629A-17E6-4C34-B9E8-932D1BC19DCA}" dt="2026-04-24T10:19:59.998" v="162" actId="1076"/>
          <ac:spMkLst>
            <pc:docMk/>
            <pc:sldMk cId="2149873912" sldId="259"/>
            <ac:spMk id="19" creationId="{1791518E-14D2-2FD9-94AB-66F8E3A379FD}"/>
          </ac:spMkLst>
        </pc:spChg>
        <pc:spChg chg="add mod">
          <ac:chgData name="Daniel Wenington" userId="1ea334b8-a37e-465b-95df-3e8a641b1938" providerId="ADAL" clId="{C75E629A-17E6-4C34-B9E8-932D1BC19DCA}" dt="2026-04-24T10:31:39.394" v="473" actId="1076"/>
          <ac:spMkLst>
            <pc:docMk/>
            <pc:sldMk cId="2149873912" sldId="259"/>
            <ac:spMk id="20" creationId="{71FA79AE-0A1D-9B8E-D75D-FD4F1A8F4E65}"/>
          </ac:spMkLst>
        </pc:spChg>
        <pc:spChg chg="add mod">
          <ac:chgData name="Daniel Wenington" userId="1ea334b8-a37e-465b-95df-3e8a641b1938" providerId="ADAL" clId="{C75E629A-17E6-4C34-B9E8-932D1BC19DCA}" dt="2026-04-24T10:31:42.560" v="474" actId="1076"/>
          <ac:spMkLst>
            <pc:docMk/>
            <pc:sldMk cId="2149873912" sldId="259"/>
            <ac:spMk id="21" creationId="{3903453A-BFE2-C382-2D75-5D5A17DDF9B9}"/>
          </ac:spMkLst>
        </pc:spChg>
        <pc:spChg chg="add mod ord">
          <ac:chgData name="Daniel Wenington" userId="1ea334b8-a37e-465b-95df-3e8a641b1938" providerId="ADAL" clId="{C75E629A-17E6-4C34-B9E8-932D1BC19DCA}" dt="2026-04-24T10:21:20.876" v="185" actId="1076"/>
          <ac:spMkLst>
            <pc:docMk/>
            <pc:sldMk cId="2149873912" sldId="259"/>
            <ac:spMk id="22" creationId="{C48C909D-F37D-5712-9A00-A7CE69E7A2E5}"/>
          </ac:spMkLst>
        </pc:spChg>
        <pc:spChg chg="add mod">
          <ac:chgData name="Daniel Wenington" userId="1ea334b8-a37e-465b-95df-3e8a641b1938" providerId="ADAL" clId="{C75E629A-17E6-4C34-B9E8-932D1BC19DCA}" dt="2026-04-24T10:22:12.410" v="187" actId="1076"/>
          <ac:spMkLst>
            <pc:docMk/>
            <pc:sldMk cId="2149873912" sldId="259"/>
            <ac:spMk id="23" creationId="{A869DAA9-385A-34CC-4D1F-9A9595A4C8AF}"/>
          </ac:spMkLst>
        </pc:spChg>
        <pc:spChg chg="add mod">
          <ac:chgData name="Daniel Wenington" userId="1ea334b8-a37e-465b-95df-3e8a641b1938" providerId="ADAL" clId="{C75E629A-17E6-4C34-B9E8-932D1BC19DCA}" dt="2026-04-24T10:22:32.743" v="198" actId="1076"/>
          <ac:spMkLst>
            <pc:docMk/>
            <pc:sldMk cId="2149873912" sldId="259"/>
            <ac:spMk id="24" creationId="{626A8288-799A-31D1-6049-247900A2BE18}"/>
          </ac:spMkLst>
        </pc:spChg>
        <pc:spChg chg="add mod">
          <ac:chgData name="Daniel Wenington" userId="1ea334b8-a37e-465b-95df-3e8a641b1938" providerId="ADAL" clId="{C75E629A-17E6-4C34-B9E8-932D1BC19DCA}" dt="2026-04-24T10:31:57.752" v="478" actId="1076"/>
          <ac:spMkLst>
            <pc:docMk/>
            <pc:sldMk cId="2149873912" sldId="259"/>
            <ac:spMk id="25" creationId="{B99B3894-5B0E-DE19-9A8F-7ED3D764BF1A}"/>
          </ac:spMkLst>
        </pc:spChg>
        <pc:spChg chg="add mod">
          <ac:chgData name="Daniel Wenington" userId="1ea334b8-a37e-465b-95df-3e8a641b1938" providerId="ADAL" clId="{C75E629A-17E6-4C34-B9E8-932D1BC19DCA}" dt="2026-04-24T10:31:57.752" v="478" actId="1076"/>
          <ac:spMkLst>
            <pc:docMk/>
            <pc:sldMk cId="2149873912" sldId="259"/>
            <ac:spMk id="26" creationId="{BD9824B2-FCAE-1655-291D-8BDDBD1C81CB}"/>
          </ac:spMkLst>
        </pc:spChg>
        <pc:spChg chg="add mod">
          <ac:chgData name="Daniel Wenington" userId="1ea334b8-a37e-465b-95df-3e8a641b1938" providerId="ADAL" clId="{C75E629A-17E6-4C34-B9E8-932D1BC19DCA}" dt="2026-04-24T10:31:57.752" v="478" actId="1076"/>
          <ac:spMkLst>
            <pc:docMk/>
            <pc:sldMk cId="2149873912" sldId="259"/>
            <ac:spMk id="27" creationId="{A667E23D-7767-6160-0C6B-E2C9725F1DB1}"/>
          </ac:spMkLst>
        </pc:spChg>
        <pc:spChg chg="add mod">
          <ac:chgData name="Daniel Wenington" userId="1ea334b8-a37e-465b-95df-3e8a641b1938" providerId="ADAL" clId="{C75E629A-17E6-4C34-B9E8-932D1BC19DCA}" dt="2026-04-24T10:31:57.752" v="478" actId="1076"/>
          <ac:spMkLst>
            <pc:docMk/>
            <pc:sldMk cId="2149873912" sldId="259"/>
            <ac:spMk id="28" creationId="{979BA756-FE6E-BBB6-6525-017B0195F75F}"/>
          </ac:spMkLst>
        </pc:spChg>
        <pc:spChg chg="add mod">
          <ac:chgData name="Daniel Wenington" userId="1ea334b8-a37e-465b-95df-3e8a641b1938" providerId="ADAL" clId="{C75E629A-17E6-4C34-B9E8-932D1BC19DCA}" dt="2026-04-24T10:31:57.752" v="478" actId="1076"/>
          <ac:spMkLst>
            <pc:docMk/>
            <pc:sldMk cId="2149873912" sldId="259"/>
            <ac:spMk id="29" creationId="{05AEFC2D-6697-C7CA-E4A9-A01292B2A337}"/>
          </ac:spMkLst>
        </pc:spChg>
        <pc:spChg chg="add mod">
          <ac:chgData name="Daniel Wenington" userId="1ea334b8-a37e-465b-95df-3e8a641b1938" providerId="ADAL" clId="{C75E629A-17E6-4C34-B9E8-932D1BC19DCA}" dt="2026-04-24T10:31:57.752" v="478" actId="1076"/>
          <ac:spMkLst>
            <pc:docMk/>
            <pc:sldMk cId="2149873912" sldId="259"/>
            <ac:spMk id="30" creationId="{1C46A7F9-B682-5DAD-BB69-9F578AE182C4}"/>
          </ac:spMkLst>
        </pc:spChg>
        <pc:spChg chg="add mod">
          <ac:chgData name="Daniel Wenington" userId="1ea334b8-a37e-465b-95df-3e8a641b1938" providerId="ADAL" clId="{C75E629A-17E6-4C34-B9E8-932D1BC19DCA}" dt="2026-04-24T10:31:57.752" v="478" actId="1076"/>
          <ac:spMkLst>
            <pc:docMk/>
            <pc:sldMk cId="2149873912" sldId="259"/>
            <ac:spMk id="31" creationId="{492DDFC2-F255-CE4E-B4F1-9D367ED689D3}"/>
          </ac:spMkLst>
        </pc:spChg>
        <pc:spChg chg="add mod">
          <ac:chgData name="Daniel Wenington" userId="1ea334b8-a37e-465b-95df-3e8a641b1938" providerId="ADAL" clId="{C75E629A-17E6-4C34-B9E8-932D1BC19DCA}" dt="2026-04-24T10:31:57.752" v="478" actId="1076"/>
          <ac:spMkLst>
            <pc:docMk/>
            <pc:sldMk cId="2149873912" sldId="259"/>
            <ac:spMk id="32" creationId="{4757038D-C7F2-D9BA-6AA2-2B4494A27ABF}"/>
          </ac:spMkLst>
        </pc:spChg>
        <pc:spChg chg="add mod">
          <ac:chgData name="Daniel Wenington" userId="1ea334b8-a37e-465b-95df-3e8a641b1938" providerId="ADAL" clId="{C75E629A-17E6-4C34-B9E8-932D1BC19DCA}" dt="2026-04-24T10:31:57.752" v="478" actId="1076"/>
          <ac:spMkLst>
            <pc:docMk/>
            <pc:sldMk cId="2149873912" sldId="259"/>
            <ac:spMk id="33" creationId="{3D0A8728-BBF4-BE28-14D0-DCAE07654C3F}"/>
          </ac:spMkLst>
        </pc:spChg>
        <pc:spChg chg="add mod">
          <ac:chgData name="Daniel Wenington" userId="1ea334b8-a37e-465b-95df-3e8a641b1938" providerId="ADAL" clId="{C75E629A-17E6-4C34-B9E8-932D1BC19DCA}" dt="2026-04-24T10:31:57.752" v="478" actId="1076"/>
          <ac:spMkLst>
            <pc:docMk/>
            <pc:sldMk cId="2149873912" sldId="259"/>
            <ac:spMk id="34" creationId="{1EFF8D8D-CDB9-4D7B-C00A-23E4EBF980A7}"/>
          </ac:spMkLst>
        </pc:spChg>
      </pc:sldChg>
      <pc:sldChg chg="addSp delSp modSp new mod">
        <pc:chgData name="Daniel Wenington" userId="1ea334b8-a37e-465b-95df-3e8a641b1938" providerId="ADAL" clId="{C75E629A-17E6-4C34-B9E8-932D1BC19DCA}" dt="2026-04-27T14:36:15.236" v="1491" actId="20577"/>
        <pc:sldMkLst>
          <pc:docMk/>
          <pc:sldMk cId="3527564611" sldId="260"/>
        </pc:sldMkLst>
        <pc:spChg chg="add mod">
          <ac:chgData name="Daniel Wenington" userId="1ea334b8-a37e-465b-95df-3e8a641b1938" providerId="ADAL" clId="{C75E629A-17E6-4C34-B9E8-932D1BC19DCA}" dt="2026-04-27T14:36:15.236" v="1491" actId="20577"/>
          <ac:spMkLst>
            <pc:docMk/>
            <pc:sldMk cId="3527564611" sldId="260"/>
            <ac:spMk id="5" creationId="{D95BD71E-E227-54DF-8E6D-F02CE969BC50}"/>
          </ac:spMkLst>
        </pc:spChg>
        <pc:spChg chg="add mod">
          <ac:chgData name="Daniel Wenington" userId="1ea334b8-a37e-465b-95df-3e8a641b1938" providerId="ADAL" clId="{C75E629A-17E6-4C34-B9E8-932D1BC19DCA}" dt="2026-04-24T10:31:16.993" v="469" actId="1076"/>
          <ac:spMkLst>
            <pc:docMk/>
            <pc:sldMk cId="3527564611" sldId="260"/>
            <ac:spMk id="19" creationId="{C80EEF66-42CC-3019-3412-4E117A1F4D5A}"/>
          </ac:spMkLst>
        </pc:spChg>
        <pc:spChg chg="add mod">
          <ac:chgData name="Daniel Wenington" userId="1ea334b8-a37e-465b-95df-3e8a641b1938" providerId="ADAL" clId="{C75E629A-17E6-4C34-B9E8-932D1BC19DCA}" dt="2026-04-24T10:30:58.924" v="463" actId="1076"/>
          <ac:spMkLst>
            <pc:docMk/>
            <pc:sldMk cId="3527564611" sldId="260"/>
            <ac:spMk id="20" creationId="{E762ACD6-4342-9A23-1E0A-BF6B5C10B5D1}"/>
          </ac:spMkLst>
        </pc:spChg>
        <pc:spChg chg="add mod">
          <ac:chgData name="Daniel Wenington" userId="1ea334b8-a37e-465b-95df-3e8a641b1938" providerId="ADAL" clId="{C75E629A-17E6-4C34-B9E8-932D1BC19DCA}" dt="2026-04-24T10:30:58.924" v="463" actId="1076"/>
          <ac:spMkLst>
            <pc:docMk/>
            <pc:sldMk cId="3527564611" sldId="260"/>
            <ac:spMk id="21" creationId="{EDDA25BE-FBDB-54F3-6391-C9278350B24D}"/>
          </ac:spMkLst>
        </pc:spChg>
        <pc:spChg chg="add mod">
          <ac:chgData name="Daniel Wenington" userId="1ea334b8-a37e-465b-95df-3e8a641b1938" providerId="ADAL" clId="{C75E629A-17E6-4C34-B9E8-932D1BC19DCA}" dt="2026-04-24T10:30:51.660" v="462" actId="1076"/>
          <ac:spMkLst>
            <pc:docMk/>
            <pc:sldMk cId="3527564611" sldId="260"/>
            <ac:spMk id="22" creationId="{3894BCC3-E1E7-1CB5-90BF-E7891901B11B}"/>
          </ac:spMkLst>
        </pc:spChg>
        <pc:spChg chg="add mod ord">
          <ac:chgData name="Daniel Wenington" userId="1ea334b8-a37e-465b-95df-3e8a641b1938" providerId="ADAL" clId="{C75E629A-17E6-4C34-B9E8-932D1BC19DCA}" dt="2026-04-24T10:30:58.924" v="463" actId="1076"/>
          <ac:spMkLst>
            <pc:docMk/>
            <pc:sldMk cId="3527564611" sldId="260"/>
            <ac:spMk id="23" creationId="{3DE111F9-2A10-21C2-1404-CFC9FC373D0E}"/>
          </ac:spMkLst>
        </pc:spChg>
        <pc:spChg chg="add mod">
          <ac:chgData name="Daniel Wenington" userId="1ea334b8-a37e-465b-95df-3e8a641b1938" providerId="ADAL" clId="{C75E629A-17E6-4C34-B9E8-932D1BC19DCA}" dt="2026-04-24T10:30:51.660" v="462" actId="1076"/>
          <ac:spMkLst>
            <pc:docMk/>
            <pc:sldMk cId="3527564611" sldId="260"/>
            <ac:spMk id="28" creationId="{E78D3C48-F903-F55C-4C1B-869E74E780A0}"/>
          </ac:spMkLst>
        </pc:spChg>
        <pc:spChg chg="add mod">
          <ac:chgData name="Daniel Wenington" userId="1ea334b8-a37e-465b-95df-3e8a641b1938" providerId="ADAL" clId="{C75E629A-17E6-4C34-B9E8-932D1BC19DCA}" dt="2026-04-24T10:27:39.445" v="388" actId="1076"/>
          <ac:spMkLst>
            <pc:docMk/>
            <pc:sldMk cId="3527564611" sldId="260"/>
            <ac:spMk id="29" creationId="{BAA83A38-4759-DE18-8335-54C239E4A57B}"/>
          </ac:spMkLst>
        </pc:spChg>
        <pc:spChg chg="add mod">
          <ac:chgData name="Daniel Wenington" userId="1ea334b8-a37e-465b-95df-3e8a641b1938" providerId="ADAL" clId="{C75E629A-17E6-4C34-B9E8-932D1BC19DCA}" dt="2026-04-24T10:30:51.660" v="462" actId="1076"/>
          <ac:spMkLst>
            <pc:docMk/>
            <pc:sldMk cId="3527564611" sldId="260"/>
            <ac:spMk id="32" creationId="{2D3EFB82-CA69-DB41-0911-C6627915236E}"/>
          </ac:spMkLst>
        </pc:spChg>
        <pc:spChg chg="add mod">
          <ac:chgData name="Daniel Wenington" userId="1ea334b8-a37e-465b-95df-3e8a641b1938" providerId="ADAL" clId="{C75E629A-17E6-4C34-B9E8-932D1BC19DCA}" dt="2026-04-24T10:30:51.660" v="462" actId="1076"/>
          <ac:spMkLst>
            <pc:docMk/>
            <pc:sldMk cId="3527564611" sldId="260"/>
            <ac:spMk id="33" creationId="{B404AD66-31C2-A240-C4B4-AB08EE46FFCD}"/>
          </ac:spMkLst>
        </pc:spChg>
        <pc:spChg chg="add mod">
          <ac:chgData name="Daniel Wenington" userId="1ea334b8-a37e-465b-95df-3e8a641b1938" providerId="ADAL" clId="{C75E629A-17E6-4C34-B9E8-932D1BC19DCA}" dt="2026-04-24T10:30:51.660" v="462" actId="1076"/>
          <ac:spMkLst>
            <pc:docMk/>
            <pc:sldMk cId="3527564611" sldId="260"/>
            <ac:spMk id="34" creationId="{443DC167-597F-AB25-EDDA-042DB577B4F9}"/>
          </ac:spMkLst>
        </pc:spChg>
        <pc:spChg chg="add mod">
          <ac:chgData name="Daniel Wenington" userId="1ea334b8-a37e-465b-95df-3e8a641b1938" providerId="ADAL" clId="{C75E629A-17E6-4C34-B9E8-932D1BC19DCA}" dt="2026-04-24T10:30:51.660" v="462" actId="1076"/>
          <ac:spMkLst>
            <pc:docMk/>
            <pc:sldMk cId="3527564611" sldId="260"/>
            <ac:spMk id="35" creationId="{A26FF6A8-5F9C-B28D-45EC-0255FA3E2B02}"/>
          </ac:spMkLst>
        </pc:spChg>
        <pc:spChg chg="add mod">
          <ac:chgData name="Daniel Wenington" userId="1ea334b8-a37e-465b-95df-3e8a641b1938" providerId="ADAL" clId="{C75E629A-17E6-4C34-B9E8-932D1BC19DCA}" dt="2026-04-24T10:30:51.660" v="462" actId="1076"/>
          <ac:spMkLst>
            <pc:docMk/>
            <pc:sldMk cId="3527564611" sldId="260"/>
            <ac:spMk id="37" creationId="{B5AF279E-7B9D-6385-95E7-8E989B0F09B8}"/>
          </ac:spMkLst>
        </pc:spChg>
        <pc:spChg chg="add mod">
          <ac:chgData name="Daniel Wenington" userId="1ea334b8-a37e-465b-95df-3e8a641b1938" providerId="ADAL" clId="{C75E629A-17E6-4C34-B9E8-932D1BC19DCA}" dt="2026-04-24T10:30:51.660" v="462" actId="1076"/>
          <ac:spMkLst>
            <pc:docMk/>
            <pc:sldMk cId="3527564611" sldId="260"/>
            <ac:spMk id="38" creationId="{71BEBC41-53BD-B966-974A-CB4295676DB7}"/>
          </ac:spMkLst>
        </pc:spChg>
        <pc:spChg chg="add mod">
          <ac:chgData name="Daniel Wenington" userId="1ea334b8-a37e-465b-95df-3e8a641b1938" providerId="ADAL" clId="{C75E629A-17E6-4C34-B9E8-932D1BC19DCA}" dt="2026-04-24T10:30:51.660" v="462" actId="1076"/>
          <ac:spMkLst>
            <pc:docMk/>
            <pc:sldMk cId="3527564611" sldId="260"/>
            <ac:spMk id="39" creationId="{B0337E59-47FD-DFFA-8126-EE5F52383B20}"/>
          </ac:spMkLst>
        </pc:spChg>
        <pc:spChg chg="add mod">
          <ac:chgData name="Daniel Wenington" userId="1ea334b8-a37e-465b-95df-3e8a641b1938" providerId="ADAL" clId="{C75E629A-17E6-4C34-B9E8-932D1BC19DCA}" dt="2026-04-24T10:29:25.564" v="449" actId="1076"/>
          <ac:spMkLst>
            <pc:docMk/>
            <pc:sldMk cId="3527564611" sldId="260"/>
            <ac:spMk id="41" creationId="{30CC2C52-0D62-492A-4BD6-F96BC340415F}"/>
          </ac:spMkLst>
        </pc:spChg>
        <pc:spChg chg="add mod">
          <ac:chgData name="Daniel Wenington" userId="1ea334b8-a37e-465b-95df-3e8a641b1938" providerId="ADAL" clId="{C75E629A-17E6-4C34-B9E8-932D1BC19DCA}" dt="2026-04-24T10:30:51.660" v="462" actId="1076"/>
          <ac:spMkLst>
            <pc:docMk/>
            <pc:sldMk cId="3527564611" sldId="260"/>
            <ac:spMk id="42" creationId="{F6DC0D2E-D843-E4DA-8983-7AB8A948BA87}"/>
          </ac:spMkLst>
        </pc:spChg>
        <pc:spChg chg="add mod">
          <ac:chgData name="Daniel Wenington" userId="1ea334b8-a37e-465b-95df-3e8a641b1938" providerId="ADAL" clId="{C75E629A-17E6-4C34-B9E8-932D1BC19DCA}" dt="2026-04-24T10:32:04.611" v="481" actId="1076"/>
          <ac:spMkLst>
            <pc:docMk/>
            <pc:sldMk cId="3527564611" sldId="260"/>
            <ac:spMk id="46" creationId="{42F699CE-3F45-87F2-21D5-E9F9D7ACABB8}"/>
          </ac:spMkLst>
        </pc:spChg>
        <pc:spChg chg="add mod">
          <ac:chgData name="Daniel Wenington" userId="1ea334b8-a37e-465b-95df-3e8a641b1938" providerId="ADAL" clId="{C75E629A-17E6-4C34-B9E8-932D1BC19DCA}" dt="2026-04-24T10:32:04.611" v="481" actId="1076"/>
          <ac:spMkLst>
            <pc:docMk/>
            <pc:sldMk cId="3527564611" sldId="260"/>
            <ac:spMk id="47" creationId="{5C20307A-7FC6-AE9B-E13A-7277648EC45D}"/>
          </ac:spMkLst>
        </pc:spChg>
        <pc:spChg chg="add mod">
          <ac:chgData name="Daniel Wenington" userId="1ea334b8-a37e-465b-95df-3e8a641b1938" providerId="ADAL" clId="{C75E629A-17E6-4C34-B9E8-932D1BC19DCA}" dt="2026-04-24T10:32:04.611" v="481" actId="1076"/>
          <ac:spMkLst>
            <pc:docMk/>
            <pc:sldMk cId="3527564611" sldId="260"/>
            <ac:spMk id="48" creationId="{7C31C45D-B19B-D26A-1D90-CDDE0B8E9EE3}"/>
          </ac:spMkLst>
        </pc:spChg>
        <pc:spChg chg="add mod">
          <ac:chgData name="Daniel Wenington" userId="1ea334b8-a37e-465b-95df-3e8a641b1938" providerId="ADAL" clId="{C75E629A-17E6-4C34-B9E8-932D1BC19DCA}" dt="2026-04-24T10:32:04.611" v="481" actId="1076"/>
          <ac:spMkLst>
            <pc:docMk/>
            <pc:sldMk cId="3527564611" sldId="260"/>
            <ac:spMk id="49" creationId="{CBACFE20-BCBF-56B0-54C2-1B613E6837E7}"/>
          </ac:spMkLst>
        </pc:spChg>
        <pc:spChg chg="add mod">
          <ac:chgData name="Daniel Wenington" userId="1ea334b8-a37e-465b-95df-3e8a641b1938" providerId="ADAL" clId="{C75E629A-17E6-4C34-B9E8-932D1BC19DCA}" dt="2026-04-24T10:32:04.611" v="481" actId="1076"/>
          <ac:spMkLst>
            <pc:docMk/>
            <pc:sldMk cId="3527564611" sldId="260"/>
            <ac:spMk id="50" creationId="{CB1E2311-D7A9-3E74-6333-EE82E9509D2D}"/>
          </ac:spMkLst>
        </pc:spChg>
        <pc:spChg chg="add mod">
          <ac:chgData name="Daniel Wenington" userId="1ea334b8-a37e-465b-95df-3e8a641b1938" providerId="ADAL" clId="{C75E629A-17E6-4C34-B9E8-932D1BC19DCA}" dt="2026-04-24T10:32:04.611" v="481" actId="1076"/>
          <ac:spMkLst>
            <pc:docMk/>
            <pc:sldMk cId="3527564611" sldId="260"/>
            <ac:spMk id="51" creationId="{334D5661-556D-2CFB-0F8F-54B4296C948E}"/>
          </ac:spMkLst>
        </pc:spChg>
        <pc:spChg chg="add mod">
          <ac:chgData name="Daniel Wenington" userId="1ea334b8-a37e-465b-95df-3e8a641b1938" providerId="ADAL" clId="{C75E629A-17E6-4C34-B9E8-932D1BC19DCA}" dt="2026-04-24T10:32:04.611" v="481" actId="1076"/>
          <ac:spMkLst>
            <pc:docMk/>
            <pc:sldMk cId="3527564611" sldId="260"/>
            <ac:spMk id="52" creationId="{6353700D-B82D-875E-DE7A-0F6AD1C4449D}"/>
          </ac:spMkLst>
        </pc:spChg>
        <pc:spChg chg="add mod">
          <ac:chgData name="Daniel Wenington" userId="1ea334b8-a37e-465b-95df-3e8a641b1938" providerId="ADAL" clId="{C75E629A-17E6-4C34-B9E8-932D1BC19DCA}" dt="2026-04-24T10:32:04.611" v="481" actId="1076"/>
          <ac:spMkLst>
            <pc:docMk/>
            <pc:sldMk cId="3527564611" sldId="260"/>
            <ac:spMk id="53" creationId="{800B8799-B499-7F16-14ED-58315E3E1FF3}"/>
          </ac:spMkLst>
        </pc:spChg>
        <pc:spChg chg="add mod">
          <ac:chgData name="Daniel Wenington" userId="1ea334b8-a37e-465b-95df-3e8a641b1938" providerId="ADAL" clId="{C75E629A-17E6-4C34-B9E8-932D1BC19DCA}" dt="2026-04-24T10:32:04.611" v="481" actId="1076"/>
          <ac:spMkLst>
            <pc:docMk/>
            <pc:sldMk cId="3527564611" sldId="260"/>
            <ac:spMk id="54" creationId="{EC19D8DD-1832-E570-DDE8-8A83D218EEB6}"/>
          </ac:spMkLst>
        </pc:spChg>
        <pc:spChg chg="add mod">
          <ac:chgData name="Daniel Wenington" userId="1ea334b8-a37e-465b-95df-3e8a641b1938" providerId="ADAL" clId="{C75E629A-17E6-4C34-B9E8-932D1BC19DCA}" dt="2026-04-24T10:32:04.611" v="481" actId="1076"/>
          <ac:spMkLst>
            <pc:docMk/>
            <pc:sldMk cId="3527564611" sldId="260"/>
            <ac:spMk id="55" creationId="{1F8CB2EE-1C80-2ACF-6A6C-B35FB998FBC1}"/>
          </ac:spMkLst>
        </pc:spChg>
        <pc:cxnChg chg="add">
          <ac:chgData name="Daniel Wenington" userId="1ea334b8-a37e-465b-95df-3e8a641b1938" providerId="ADAL" clId="{C75E629A-17E6-4C34-B9E8-932D1BC19DCA}" dt="2026-04-24T10:23:35.736" v="207" actId="11529"/>
          <ac:cxnSpMkLst>
            <pc:docMk/>
            <pc:sldMk cId="3527564611" sldId="260"/>
            <ac:cxnSpMk id="7" creationId="{D37917C2-C8D0-6505-A4B3-E3657B8EBACE}"/>
          </ac:cxnSpMkLst>
        </pc:cxnChg>
        <pc:cxnChg chg="add mod">
          <ac:chgData name="Daniel Wenington" userId="1ea334b8-a37e-465b-95df-3e8a641b1938" providerId="ADAL" clId="{C75E629A-17E6-4C34-B9E8-932D1BC19DCA}" dt="2026-04-24T10:23:46.196" v="209" actId="1076"/>
          <ac:cxnSpMkLst>
            <pc:docMk/>
            <pc:sldMk cId="3527564611" sldId="260"/>
            <ac:cxnSpMk id="9" creationId="{1F2CD46B-88CB-FD21-F12B-3BE8CCC1DC37}"/>
          </ac:cxnSpMkLst>
        </pc:cxnChg>
        <pc:cxnChg chg="add mod">
          <ac:chgData name="Daniel Wenington" userId="1ea334b8-a37e-465b-95df-3e8a641b1938" providerId="ADAL" clId="{C75E629A-17E6-4C34-B9E8-932D1BC19DCA}" dt="2026-04-24T10:23:53.518" v="212" actId="14100"/>
          <ac:cxnSpMkLst>
            <pc:docMk/>
            <pc:sldMk cId="3527564611" sldId="260"/>
            <ac:cxnSpMk id="11" creationId="{6843AE4C-EB9C-E9D4-6A4D-45D8F6E178D0}"/>
          </ac:cxnSpMkLst>
        </pc:cxnChg>
        <pc:cxnChg chg="add mod">
          <ac:chgData name="Daniel Wenington" userId="1ea334b8-a37e-465b-95df-3e8a641b1938" providerId="ADAL" clId="{C75E629A-17E6-4C34-B9E8-932D1BC19DCA}" dt="2026-04-24T10:31:09.366" v="467" actId="14100"/>
          <ac:cxnSpMkLst>
            <pc:docMk/>
            <pc:sldMk cId="3527564611" sldId="260"/>
            <ac:cxnSpMk id="24" creationId="{70EAF747-61BC-C742-81B7-14011DC5AA60}"/>
          </ac:cxnSpMkLst>
        </pc:cxnChg>
      </pc:sldChg>
      <pc:sldChg chg="addSp delSp modSp new mod">
        <pc:chgData name="Daniel Wenington" userId="1ea334b8-a37e-465b-95df-3e8a641b1938" providerId="ADAL" clId="{C75E629A-17E6-4C34-B9E8-932D1BC19DCA}" dt="2026-04-27T14:37:04.165" v="1508" actId="20577"/>
        <pc:sldMkLst>
          <pc:docMk/>
          <pc:sldMk cId="3474181098" sldId="261"/>
        </pc:sldMkLst>
        <pc:spChg chg="add mod">
          <ac:chgData name="Daniel Wenington" userId="1ea334b8-a37e-465b-95df-3e8a641b1938" providerId="ADAL" clId="{C75E629A-17E6-4C34-B9E8-932D1BC19DCA}" dt="2026-04-27T14:37:04.165" v="1508" actId="20577"/>
          <ac:spMkLst>
            <pc:docMk/>
            <pc:sldMk cId="3474181098" sldId="261"/>
            <ac:spMk id="3" creationId="{5D64232B-411E-2305-A141-DEDFFA6895B4}"/>
          </ac:spMkLst>
        </pc:spChg>
        <pc:spChg chg="add mod">
          <ac:chgData name="Daniel Wenington" userId="1ea334b8-a37e-465b-95df-3e8a641b1938" providerId="ADAL" clId="{C75E629A-17E6-4C34-B9E8-932D1BC19DCA}" dt="2026-04-24T10:32:09.164" v="483" actId="1076"/>
          <ac:spMkLst>
            <pc:docMk/>
            <pc:sldMk cId="3474181098" sldId="261"/>
            <ac:spMk id="4" creationId="{B465CDA9-1463-A34B-F776-7E6B4B7CC450}"/>
          </ac:spMkLst>
        </pc:spChg>
        <pc:spChg chg="add mod">
          <ac:chgData name="Daniel Wenington" userId="1ea334b8-a37e-465b-95df-3e8a641b1938" providerId="ADAL" clId="{C75E629A-17E6-4C34-B9E8-932D1BC19DCA}" dt="2026-04-24T10:32:09.164" v="483" actId="1076"/>
          <ac:spMkLst>
            <pc:docMk/>
            <pc:sldMk cId="3474181098" sldId="261"/>
            <ac:spMk id="5" creationId="{28F95D15-925F-ED9B-B7CA-0E9A1B185F1E}"/>
          </ac:spMkLst>
        </pc:spChg>
        <pc:spChg chg="add mod">
          <ac:chgData name="Daniel Wenington" userId="1ea334b8-a37e-465b-95df-3e8a641b1938" providerId="ADAL" clId="{C75E629A-17E6-4C34-B9E8-932D1BC19DCA}" dt="2026-04-24T10:32:09.164" v="483" actId="1076"/>
          <ac:spMkLst>
            <pc:docMk/>
            <pc:sldMk cId="3474181098" sldId="261"/>
            <ac:spMk id="6" creationId="{18FE6566-BB58-8741-A489-D7FEEAB658C6}"/>
          </ac:spMkLst>
        </pc:spChg>
        <pc:spChg chg="add mod">
          <ac:chgData name="Daniel Wenington" userId="1ea334b8-a37e-465b-95df-3e8a641b1938" providerId="ADAL" clId="{C75E629A-17E6-4C34-B9E8-932D1BC19DCA}" dt="2026-04-24T10:32:09.164" v="483" actId="1076"/>
          <ac:spMkLst>
            <pc:docMk/>
            <pc:sldMk cId="3474181098" sldId="261"/>
            <ac:spMk id="7" creationId="{83882BB4-634E-4F72-2904-B5244E405C17}"/>
          </ac:spMkLst>
        </pc:spChg>
        <pc:spChg chg="add mod">
          <ac:chgData name="Daniel Wenington" userId="1ea334b8-a37e-465b-95df-3e8a641b1938" providerId="ADAL" clId="{C75E629A-17E6-4C34-B9E8-932D1BC19DCA}" dt="2026-04-24T10:32:09.164" v="483" actId="1076"/>
          <ac:spMkLst>
            <pc:docMk/>
            <pc:sldMk cId="3474181098" sldId="261"/>
            <ac:spMk id="8" creationId="{BA6501F2-99E2-86C0-6745-A8B9F6036084}"/>
          </ac:spMkLst>
        </pc:spChg>
        <pc:spChg chg="add mod">
          <ac:chgData name="Daniel Wenington" userId="1ea334b8-a37e-465b-95df-3e8a641b1938" providerId="ADAL" clId="{C75E629A-17E6-4C34-B9E8-932D1BC19DCA}" dt="2026-04-24T10:32:09.164" v="483" actId="1076"/>
          <ac:spMkLst>
            <pc:docMk/>
            <pc:sldMk cId="3474181098" sldId="261"/>
            <ac:spMk id="9" creationId="{D239C4F2-6484-C9B8-88CF-47DC1ADD9587}"/>
          </ac:spMkLst>
        </pc:spChg>
        <pc:spChg chg="add mod">
          <ac:chgData name="Daniel Wenington" userId="1ea334b8-a37e-465b-95df-3e8a641b1938" providerId="ADAL" clId="{C75E629A-17E6-4C34-B9E8-932D1BC19DCA}" dt="2026-04-24T10:32:09.164" v="483" actId="1076"/>
          <ac:spMkLst>
            <pc:docMk/>
            <pc:sldMk cId="3474181098" sldId="261"/>
            <ac:spMk id="10" creationId="{3C32B0EB-CDCF-CE8D-2D6C-8FE90BF59808}"/>
          </ac:spMkLst>
        </pc:spChg>
        <pc:spChg chg="add mod">
          <ac:chgData name="Daniel Wenington" userId="1ea334b8-a37e-465b-95df-3e8a641b1938" providerId="ADAL" clId="{C75E629A-17E6-4C34-B9E8-932D1BC19DCA}" dt="2026-04-24T10:32:09.164" v="483" actId="1076"/>
          <ac:spMkLst>
            <pc:docMk/>
            <pc:sldMk cId="3474181098" sldId="261"/>
            <ac:spMk id="11" creationId="{9830D6C5-ADFD-F412-B047-A147BC07B27A}"/>
          </ac:spMkLst>
        </pc:spChg>
        <pc:spChg chg="add mod">
          <ac:chgData name="Daniel Wenington" userId="1ea334b8-a37e-465b-95df-3e8a641b1938" providerId="ADAL" clId="{C75E629A-17E6-4C34-B9E8-932D1BC19DCA}" dt="2026-04-24T10:32:09.164" v="483" actId="1076"/>
          <ac:spMkLst>
            <pc:docMk/>
            <pc:sldMk cId="3474181098" sldId="261"/>
            <ac:spMk id="12" creationId="{AE0383D6-17F6-9EC0-0C74-6DDB0A9BE1E7}"/>
          </ac:spMkLst>
        </pc:spChg>
        <pc:spChg chg="add mod">
          <ac:chgData name="Daniel Wenington" userId="1ea334b8-a37e-465b-95df-3e8a641b1938" providerId="ADAL" clId="{C75E629A-17E6-4C34-B9E8-932D1BC19DCA}" dt="2026-04-24T10:32:09.164" v="483" actId="1076"/>
          <ac:spMkLst>
            <pc:docMk/>
            <pc:sldMk cId="3474181098" sldId="261"/>
            <ac:spMk id="13" creationId="{8809EE81-871F-62CF-2C70-EA8C54CEAF25}"/>
          </ac:spMkLst>
        </pc:spChg>
        <pc:spChg chg="add mod">
          <ac:chgData name="Daniel Wenington" userId="1ea334b8-a37e-465b-95df-3e8a641b1938" providerId="ADAL" clId="{C75E629A-17E6-4C34-B9E8-932D1BC19DCA}" dt="2026-04-24T10:32:31.548" v="539" actId="1076"/>
          <ac:spMkLst>
            <pc:docMk/>
            <pc:sldMk cId="3474181098" sldId="261"/>
            <ac:spMk id="14" creationId="{27472942-2596-3033-3A8C-867CD05B69FF}"/>
          </ac:spMkLst>
        </pc:spChg>
        <pc:spChg chg="add mod ord">
          <ac:chgData name="Daniel Wenington" userId="1ea334b8-a37e-465b-95df-3e8a641b1938" providerId="ADAL" clId="{C75E629A-17E6-4C34-B9E8-932D1BC19DCA}" dt="2026-04-24T10:32:37.505" v="542" actId="167"/>
          <ac:spMkLst>
            <pc:docMk/>
            <pc:sldMk cId="3474181098" sldId="261"/>
            <ac:spMk id="15" creationId="{FF63D6C1-96CD-F6C6-774D-8821E2264AAA}"/>
          </ac:spMkLst>
        </pc:spChg>
        <pc:spChg chg="add mod">
          <ac:chgData name="Daniel Wenington" userId="1ea334b8-a37e-465b-95df-3e8a641b1938" providerId="ADAL" clId="{C75E629A-17E6-4C34-B9E8-932D1BC19DCA}" dt="2026-04-24T10:33:51.312" v="662" actId="1076"/>
          <ac:spMkLst>
            <pc:docMk/>
            <pc:sldMk cId="3474181098" sldId="261"/>
            <ac:spMk id="16" creationId="{245B42CB-3053-A71B-2EBD-76231E2AF749}"/>
          </ac:spMkLst>
        </pc:spChg>
        <pc:spChg chg="add mod ord">
          <ac:chgData name="Daniel Wenington" userId="1ea334b8-a37e-465b-95df-3e8a641b1938" providerId="ADAL" clId="{C75E629A-17E6-4C34-B9E8-932D1BC19DCA}" dt="2026-04-24T10:33:47.720" v="661" actId="167"/>
          <ac:spMkLst>
            <pc:docMk/>
            <pc:sldMk cId="3474181098" sldId="261"/>
            <ac:spMk id="17" creationId="{4CED4B2C-97FB-DED6-CAAD-93747F1B556E}"/>
          </ac:spMkLst>
        </pc:spChg>
      </pc:sldChg>
      <pc:sldChg chg="addSp delSp modSp new mod">
        <pc:chgData name="Daniel Wenington" userId="1ea334b8-a37e-465b-95df-3e8a641b1938" providerId="ADAL" clId="{C75E629A-17E6-4C34-B9E8-932D1BC19DCA}" dt="2026-05-01T09:46:21.627" v="1700" actId="20577"/>
        <pc:sldMkLst>
          <pc:docMk/>
          <pc:sldMk cId="2451327447" sldId="262"/>
        </pc:sldMkLst>
        <pc:spChg chg="mod">
          <ac:chgData name="Daniel Wenington" userId="1ea334b8-a37e-465b-95df-3e8a641b1938" providerId="ADAL" clId="{C75E629A-17E6-4C34-B9E8-932D1BC19DCA}" dt="2026-04-24T10:39:49.907" v="701" actId="20577"/>
          <ac:spMkLst>
            <pc:docMk/>
            <pc:sldMk cId="2451327447" sldId="262"/>
            <ac:spMk id="2" creationId="{07C5B1C7-D550-0136-C2AB-4D92CBCEF1C5}"/>
          </ac:spMkLst>
        </pc:spChg>
        <pc:spChg chg="add mod">
          <ac:chgData name="Daniel Wenington" userId="1ea334b8-a37e-465b-95df-3e8a641b1938" providerId="ADAL" clId="{C75E629A-17E6-4C34-B9E8-932D1BC19DCA}" dt="2026-05-01T09:46:21.627" v="1700" actId="20577"/>
          <ac:spMkLst>
            <pc:docMk/>
            <pc:sldMk cId="2451327447" sldId="262"/>
            <ac:spMk id="4" creationId="{BAFC0F40-CFFE-5ACA-9669-150560302FFF}"/>
          </ac:spMkLst>
        </pc:spChg>
      </pc:sldChg>
      <pc:sldChg chg="addSp delSp modSp new mod">
        <pc:chgData name="Daniel Wenington" userId="1ea334b8-a37e-465b-95df-3e8a641b1938" providerId="ADAL" clId="{C75E629A-17E6-4C34-B9E8-932D1BC19DCA}" dt="2026-04-24T10:45:36.369" v="1475" actId="20577"/>
        <pc:sldMkLst>
          <pc:docMk/>
          <pc:sldMk cId="4056598681" sldId="263"/>
        </pc:sldMkLst>
        <pc:spChg chg="add mod">
          <ac:chgData name="Daniel Wenington" userId="1ea334b8-a37e-465b-95df-3e8a641b1938" providerId="ADAL" clId="{C75E629A-17E6-4C34-B9E8-932D1BC19DCA}" dt="2026-04-24T10:44:44.793" v="1430" actId="1076"/>
          <ac:spMkLst>
            <pc:docMk/>
            <pc:sldMk cId="4056598681" sldId="263"/>
            <ac:spMk id="4" creationId="{689E8F22-FEAB-C317-62BF-9B083548955A}"/>
          </ac:spMkLst>
        </pc:spChg>
        <pc:spChg chg="add mod">
          <ac:chgData name="Daniel Wenington" userId="1ea334b8-a37e-465b-95df-3e8a641b1938" providerId="ADAL" clId="{C75E629A-17E6-4C34-B9E8-932D1BC19DCA}" dt="2026-04-24T10:44:12.437" v="1416" actId="1076"/>
          <ac:spMkLst>
            <pc:docMk/>
            <pc:sldMk cId="4056598681" sldId="263"/>
            <ac:spMk id="5" creationId="{3730BF88-2463-8529-D538-BC2614E5C206}"/>
          </ac:spMkLst>
        </pc:spChg>
        <pc:spChg chg="add mod">
          <ac:chgData name="Daniel Wenington" userId="1ea334b8-a37e-465b-95df-3e8a641b1938" providerId="ADAL" clId="{C75E629A-17E6-4C34-B9E8-932D1BC19DCA}" dt="2026-04-24T10:44:23.177" v="1420" actId="1076"/>
          <ac:spMkLst>
            <pc:docMk/>
            <pc:sldMk cId="4056598681" sldId="263"/>
            <ac:spMk id="7" creationId="{2004F594-B396-8A9E-0530-E98576074CC3}"/>
          </ac:spMkLst>
        </pc:spChg>
        <pc:spChg chg="add mod">
          <ac:chgData name="Daniel Wenington" userId="1ea334b8-a37e-465b-95df-3e8a641b1938" providerId="ADAL" clId="{C75E629A-17E6-4C34-B9E8-932D1BC19DCA}" dt="2026-04-24T10:44:25.056" v="1422" actId="1076"/>
          <ac:spMkLst>
            <pc:docMk/>
            <pc:sldMk cId="4056598681" sldId="263"/>
            <ac:spMk id="8" creationId="{2C15BF90-DD73-A148-4CED-A0B660285632}"/>
          </ac:spMkLst>
        </pc:spChg>
        <pc:spChg chg="add mod">
          <ac:chgData name="Daniel Wenington" userId="1ea334b8-a37e-465b-95df-3e8a641b1938" providerId="ADAL" clId="{C75E629A-17E6-4C34-B9E8-932D1BC19DCA}" dt="2026-04-24T10:44:27.090" v="1424" actId="1076"/>
          <ac:spMkLst>
            <pc:docMk/>
            <pc:sldMk cId="4056598681" sldId="263"/>
            <ac:spMk id="9" creationId="{F0AAFEF6-E03F-C5BF-957E-114034956140}"/>
          </ac:spMkLst>
        </pc:spChg>
        <pc:spChg chg="add mod">
          <ac:chgData name="Daniel Wenington" userId="1ea334b8-a37e-465b-95df-3e8a641b1938" providerId="ADAL" clId="{C75E629A-17E6-4C34-B9E8-932D1BC19DCA}" dt="2026-04-24T10:44:28.990" v="1426" actId="1076"/>
          <ac:spMkLst>
            <pc:docMk/>
            <pc:sldMk cId="4056598681" sldId="263"/>
            <ac:spMk id="10" creationId="{717C2FB7-F0BF-4759-F5FF-13CB1B9FF737}"/>
          </ac:spMkLst>
        </pc:spChg>
        <pc:spChg chg="add mod">
          <ac:chgData name="Daniel Wenington" userId="1ea334b8-a37e-465b-95df-3e8a641b1938" providerId="ADAL" clId="{C75E629A-17E6-4C34-B9E8-932D1BC19DCA}" dt="2026-04-24T10:45:13.488" v="1447" actId="20577"/>
          <ac:spMkLst>
            <pc:docMk/>
            <pc:sldMk cId="4056598681" sldId="263"/>
            <ac:spMk id="28" creationId="{A6BFDB34-0155-7092-1807-4C178E2BA7C9}"/>
          </ac:spMkLst>
        </pc:spChg>
        <pc:spChg chg="add mod">
          <ac:chgData name="Daniel Wenington" userId="1ea334b8-a37e-465b-95df-3e8a641b1938" providerId="ADAL" clId="{C75E629A-17E6-4C34-B9E8-932D1BC19DCA}" dt="2026-04-24T10:45:17.313" v="1453" actId="20577"/>
          <ac:spMkLst>
            <pc:docMk/>
            <pc:sldMk cId="4056598681" sldId="263"/>
            <ac:spMk id="29" creationId="{C4BCC9A1-A889-D753-D1CB-07A1C31CCC45}"/>
          </ac:spMkLst>
        </pc:spChg>
        <pc:spChg chg="add mod">
          <ac:chgData name="Daniel Wenington" userId="1ea334b8-a37e-465b-95df-3e8a641b1938" providerId="ADAL" clId="{C75E629A-17E6-4C34-B9E8-932D1BC19DCA}" dt="2026-04-24T10:45:28.144" v="1467" actId="1076"/>
          <ac:spMkLst>
            <pc:docMk/>
            <pc:sldMk cId="4056598681" sldId="263"/>
            <ac:spMk id="30" creationId="{BDC16658-1C4C-4C8B-3A80-23C0F03B74ED}"/>
          </ac:spMkLst>
        </pc:spChg>
        <pc:spChg chg="add mod">
          <ac:chgData name="Daniel Wenington" userId="1ea334b8-a37e-465b-95df-3e8a641b1938" providerId="ADAL" clId="{C75E629A-17E6-4C34-B9E8-932D1BC19DCA}" dt="2026-04-24T10:45:36.369" v="1475" actId="20577"/>
          <ac:spMkLst>
            <pc:docMk/>
            <pc:sldMk cId="4056598681" sldId="263"/>
            <ac:spMk id="31" creationId="{D2B4DDB3-3816-39D4-D503-436CDC4CEF7F}"/>
          </ac:spMkLst>
        </pc:spChg>
        <pc:cxnChg chg="add mod">
          <ac:chgData name="Daniel Wenington" userId="1ea334b8-a37e-465b-95df-3e8a641b1938" providerId="ADAL" clId="{C75E629A-17E6-4C34-B9E8-932D1BC19DCA}" dt="2026-04-24T10:44:47.297" v="1431" actId="14100"/>
          <ac:cxnSpMkLst>
            <pc:docMk/>
            <pc:sldMk cId="4056598681" sldId="263"/>
            <ac:cxnSpMk id="12" creationId="{B95A879E-3F67-53AA-C5D9-265646C9DC45}"/>
          </ac:cxnSpMkLst>
        </pc:cxnChg>
        <pc:cxnChg chg="add">
          <ac:chgData name="Daniel Wenington" userId="1ea334b8-a37e-465b-95df-3e8a641b1938" providerId="ADAL" clId="{C75E629A-17E6-4C34-B9E8-932D1BC19DCA}" dt="2026-04-24T10:44:36.699" v="1428" actId="11529"/>
          <ac:cxnSpMkLst>
            <pc:docMk/>
            <pc:sldMk cId="4056598681" sldId="263"/>
            <ac:cxnSpMk id="14" creationId="{D5E34772-9CB5-6750-8F1E-0FEC63E249DC}"/>
          </ac:cxnSpMkLst>
        </pc:cxnChg>
        <pc:cxnChg chg="add mod">
          <ac:chgData name="Daniel Wenington" userId="1ea334b8-a37e-465b-95df-3e8a641b1938" providerId="ADAL" clId="{C75E629A-17E6-4C34-B9E8-932D1BC19DCA}" dt="2026-04-24T10:44:49.410" v="1432" actId="14100"/>
          <ac:cxnSpMkLst>
            <pc:docMk/>
            <pc:sldMk cId="4056598681" sldId="263"/>
            <ac:cxnSpMk id="16" creationId="{FC27A763-93F8-BC15-AAAA-4C6A92DBEC37}"/>
          </ac:cxnSpMkLst>
        </pc:cxnChg>
        <pc:cxnChg chg="add">
          <ac:chgData name="Daniel Wenington" userId="1ea334b8-a37e-465b-95df-3e8a641b1938" providerId="ADAL" clId="{C75E629A-17E6-4C34-B9E8-932D1BC19DCA}" dt="2026-04-24T10:44:53.247" v="1433" actId="11529"/>
          <ac:cxnSpMkLst>
            <pc:docMk/>
            <pc:sldMk cId="4056598681" sldId="263"/>
            <ac:cxnSpMk id="20" creationId="{0B0B1989-5430-2457-8257-40E052038CE7}"/>
          </ac:cxnSpMkLst>
        </pc:cxnChg>
        <pc:cxnChg chg="add">
          <ac:chgData name="Daniel Wenington" userId="1ea334b8-a37e-465b-95df-3e8a641b1938" providerId="ADAL" clId="{C75E629A-17E6-4C34-B9E8-932D1BC19DCA}" dt="2026-04-24T10:44:58.668" v="1434" actId="11529"/>
          <ac:cxnSpMkLst>
            <pc:docMk/>
            <pc:sldMk cId="4056598681" sldId="263"/>
            <ac:cxnSpMk id="22" creationId="{6B465F8A-BE25-DCEC-B986-C53302AA796C}"/>
          </ac:cxnSpMkLst>
        </pc:cxnChg>
        <pc:cxnChg chg="add">
          <ac:chgData name="Daniel Wenington" userId="1ea334b8-a37e-465b-95df-3e8a641b1938" providerId="ADAL" clId="{C75E629A-17E6-4C34-B9E8-932D1BC19DCA}" dt="2026-04-24T10:45:02.343" v="1435" actId="11529"/>
          <ac:cxnSpMkLst>
            <pc:docMk/>
            <pc:sldMk cId="4056598681" sldId="263"/>
            <ac:cxnSpMk id="24" creationId="{79EA91FB-5E91-EAE2-BED7-37433A843FEA}"/>
          </ac:cxnSpMkLst>
        </pc:cxnChg>
        <pc:cxnChg chg="add mod">
          <ac:chgData name="Daniel Wenington" userId="1ea334b8-a37e-465b-95df-3e8a641b1938" providerId="ADAL" clId="{C75E629A-17E6-4C34-B9E8-932D1BC19DCA}" dt="2026-04-24T10:45:07.665" v="1437" actId="14100"/>
          <ac:cxnSpMkLst>
            <pc:docMk/>
            <pc:sldMk cId="4056598681" sldId="263"/>
            <ac:cxnSpMk id="26" creationId="{5AF0A50D-1AA5-918B-F315-7E80C710D25A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0ED135-4DA5-46D5-9C89-BDF91E275A22}" type="datetimeFigureOut">
              <a:rPr lang="en-GB" smtClean="0"/>
              <a:t>01/05/2026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2FD780-5848-4239-827C-BCC92963F75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0275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2FD780-5848-4239-827C-BCC92963F753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2660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A67B9-CDA7-152F-49BB-FFEF6FF501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BD1941-5B52-306E-6A26-E023EA8D66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E453ED-6C3A-1DF8-3670-B9B97D29C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07541-FF65-4E62-A282-28D23687DA3F}" type="datetimeFigureOut">
              <a:rPr lang="en-GB" smtClean="0"/>
              <a:t>01/05/2026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03C3A2-9DEA-A2EC-1DD8-312343B82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5FCEDC-16E1-56C9-4735-C79D71D9E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EA773-F05F-4E16-BFCF-372B6F2B31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7439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94963-F770-4CB4-3EFD-1225F0EAD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B8B661-3B1F-40BA-48BD-784E6BF428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D1A4DB-DDA1-4F53-3C1E-D0C79E948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07541-FF65-4E62-A282-28D23687DA3F}" type="datetimeFigureOut">
              <a:rPr lang="en-GB" smtClean="0"/>
              <a:t>01/05/2026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71F592-B4DA-4C81-6D6F-A67AE2B3B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19B83A-53F1-2062-5D77-EF003E4BC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EA773-F05F-4E16-BFCF-372B6F2B31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4433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ECD2E-909A-02ED-786C-EA52DC4EB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A68504-A79D-FBD4-AF97-8B17921B5B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0F394A-6CE0-7174-7AA8-EB9A0AEA1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07541-FF65-4E62-A282-28D23687DA3F}" type="datetimeFigureOut">
              <a:rPr lang="en-GB" smtClean="0"/>
              <a:t>01/05/2026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439187-80CF-7FAB-199C-D32C9B2C3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07C361-F531-6492-28A1-8056C9894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EA773-F05F-4E16-BFCF-372B6F2B31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71389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A498A-811D-8C4E-D3F9-68FF36CB2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3F87A5-17BD-F04B-21AD-0E39D9BAE5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183E4B-98E4-B2B7-F305-B1484B0DD6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8AAB12-7CE5-85FC-C921-9B9BF6A53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07541-FF65-4E62-A282-28D23687DA3F}" type="datetimeFigureOut">
              <a:rPr lang="en-GB" smtClean="0"/>
              <a:t>01/05/2026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47F7B4-693C-3E55-3480-F19EDDA27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0FDAF5-C228-7E66-ED7F-3CF5CB8EE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EA773-F05F-4E16-BFCF-372B6F2B31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53570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0245D-BDC9-C829-A5AD-C73632F8C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C3AED4-4CEE-46D2-AB87-5B44D9D2D7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88E27F-99C5-07A7-EA62-C73B73083B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12196B-EF97-3657-8C9A-A99DC08FF9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FA2121-D7B8-32E8-BFC4-41A43DC6D3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9EAADE-0CEB-9416-ACDC-824C472A1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07541-FF65-4E62-A282-28D23687DA3F}" type="datetimeFigureOut">
              <a:rPr lang="en-GB" smtClean="0"/>
              <a:t>01/05/2026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84814E-0EBC-5559-A932-9A475833E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C0A0D2-F57A-6D31-A9F8-885C84C07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EA773-F05F-4E16-BFCF-372B6F2B31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5453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26709-A7F8-2932-EA39-1636C6D59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436637-02BF-CC13-C014-DE3FE26B5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07541-FF65-4E62-A282-28D23687DA3F}" type="datetimeFigureOut">
              <a:rPr lang="en-GB" smtClean="0"/>
              <a:t>01/05/2026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374588-7D54-E60A-4BDB-B68067E94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C95CE8-1C01-7A79-50A6-9D1CEE2CC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EA773-F05F-4E16-BFCF-372B6F2B31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1183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C6996C-70B9-5564-C620-3F6A23E31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07541-FF65-4E62-A282-28D23687DA3F}" type="datetimeFigureOut">
              <a:rPr lang="en-GB" smtClean="0"/>
              <a:t>01/05/2026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4CD2D1-070A-35E3-AC01-E63343FB4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BFD753-AF7E-B263-9A80-3C4F4729A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EA773-F05F-4E16-BFCF-372B6F2B31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3193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5EAFD-F33B-8507-B9CA-73C98F78F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8D719C-4A08-D8C9-58D6-5541F7EC52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C0D25D-F053-4132-99BB-D8983C0BE3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19EF50-31BD-2243-11A5-3947FBE0D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07541-FF65-4E62-A282-28D23687DA3F}" type="datetimeFigureOut">
              <a:rPr lang="en-GB" smtClean="0"/>
              <a:t>01/05/2026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A0CECC-B9C1-6F4C-D3A5-0F4EC429F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1F06D3-1384-4ADC-1264-AE9862A13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EA773-F05F-4E16-BFCF-372B6F2B31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5545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A8583-D509-0C8F-F8B4-5EFD8B7DA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98F62B-7C1E-C3C9-DD6B-44D575B964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4F1390-F876-8D59-2155-AE1B76386D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0EE74C-59FC-C39F-4AF9-D74904447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07541-FF65-4E62-A282-28D23687DA3F}" type="datetimeFigureOut">
              <a:rPr lang="en-GB" smtClean="0"/>
              <a:t>01/05/2026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869F54-B09B-2534-D47D-EC118013A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89B23D-A13F-3E76-968D-6DC6FFCE7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EA773-F05F-4E16-BFCF-372B6F2B31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16403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53E01-5C20-5AAA-B918-67A7E06ED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ACF6A7-060C-1566-3170-BD9AE830BE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34B806-91C2-5BE8-2FEC-00AAB8EBE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07541-FF65-4E62-A282-28D23687DA3F}" type="datetimeFigureOut">
              <a:rPr lang="en-GB" smtClean="0"/>
              <a:t>01/05/2026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DEADAD-CFB0-AA82-EA0D-90F5B77A2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4B6F07-FF6F-CC79-EA23-ADBEAB213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EA773-F05F-4E16-BFCF-372B6F2B31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05790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CE6E57-0D13-C85C-A622-672CE5ABAC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4DD0C4-B8D4-6646-1AE8-F25B32284A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816743-7353-0BD4-B8DF-AA0C101AC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07541-FF65-4E62-A282-28D23687DA3F}" type="datetimeFigureOut">
              <a:rPr lang="en-GB" smtClean="0"/>
              <a:t>01/05/2026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2401BC-AD6A-15ED-47ED-BC164B758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442C71-D9FF-BE89-42E1-5A18DC44B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EA773-F05F-4E16-BFCF-372B6F2B31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55180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B3E3D9-91C7-BE49-12B9-574E535F6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207038-C466-89A5-C70B-FC133B0A85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6A1621-446B-B55C-F520-744C6E4945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A07541-FF65-4E62-A282-28D23687DA3F}" type="datetimeFigureOut">
              <a:rPr lang="en-GB" smtClean="0"/>
              <a:t>01/05/2026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4224A2-7F0A-477D-98ED-9E74B99BA3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2E80E5-AE06-FFCF-F9D0-62B5B5E808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FEA773-F05F-4E16-BFCF-372B6F2B31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86099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1EB12-FD88-E858-C515-C8813B2C7CB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u="sng"/>
              <a:t>Web Dev Assignment 2 &amp; 3</a:t>
            </a:r>
          </a:p>
        </p:txBody>
      </p:sp>
    </p:spTree>
    <p:extLst>
      <p:ext uri="{BB962C8B-B14F-4D97-AF65-F5344CB8AC3E}">
        <p14:creationId xmlns:p14="http://schemas.microsoft.com/office/powerpoint/2010/main" val="2370474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89E8F22-FEAB-C317-62BF-9B083548955A}"/>
              </a:ext>
            </a:extLst>
          </p:cNvPr>
          <p:cNvSpPr/>
          <p:nvPr/>
        </p:nvSpPr>
        <p:spPr>
          <a:xfrm>
            <a:off x="4325112" y="566928"/>
            <a:ext cx="2359152" cy="148132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30BF88-2463-8529-D538-BC2614E5C206}"/>
              </a:ext>
            </a:extLst>
          </p:cNvPr>
          <p:cNvSpPr txBox="1"/>
          <p:nvPr/>
        </p:nvSpPr>
        <p:spPr>
          <a:xfrm>
            <a:off x="5093208" y="1122926"/>
            <a:ext cx="10789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Index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04F594-B396-8A9E-0530-E98576074CC3}"/>
              </a:ext>
            </a:extLst>
          </p:cNvPr>
          <p:cNvSpPr/>
          <p:nvPr/>
        </p:nvSpPr>
        <p:spPr>
          <a:xfrm>
            <a:off x="801624" y="3142488"/>
            <a:ext cx="2359152" cy="148132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C15BF90-DD73-A148-4CED-A0B660285632}"/>
              </a:ext>
            </a:extLst>
          </p:cNvPr>
          <p:cNvSpPr/>
          <p:nvPr/>
        </p:nvSpPr>
        <p:spPr>
          <a:xfrm>
            <a:off x="3813048" y="3142488"/>
            <a:ext cx="2359152" cy="148132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0AAFEF6-E03F-C5BF-957E-114034956140}"/>
              </a:ext>
            </a:extLst>
          </p:cNvPr>
          <p:cNvSpPr/>
          <p:nvPr/>
        </p:nvSpPr>
        <p:spPr>
          <a:xfrm>
            <a:off x="6620256" y="3142488"/>
            <a:ext cx="2359152" cy="148132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7C2FB7-F0BF-4759-F5FF-13CB1B9FF737}"/>
              </a:ext>
            </a:extLst>
          </p:cNvPr>
          <p:cNvSpPr/>
          <p:nvPr/>
        </p:nvSpPr>
        <p:spPr>
          <a:xfrm>
            <a:off x="9589008" y="3142488"/>
            <a:ext cx="2359152" cy="148132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95A879E-3F67-53AA-C5D9-265646C9DC45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1981200" y="1307592"/>
            <a:ext cx="234391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5E34772-9CB5-6750-8F1E-0FEC63E249DC}"/>
              </a:ext>
            </a:extLst>
          </p:cNvPr>
          <p:cNvCxnSpPr>
            <a:endCxn id="7" idx="0"/>
          </p:cNvCxnSpPr>
          <p:nvPr/>
        </p:nvCxnSpPr>
        <p:spPr>
          <a:xfrm>
            <a:off x="1981200" y="1307592"/>
            <a:ext cx="0" cy="18348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C27A763-93F8-BC15-AAAA-4C6A92DBEC37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4992624" y="2048256"/>
            <a:ext cx="0" cy="10942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B0B1989-5430-2457-8257-40E052038CE7}"/>
              </a:ext>
            </a:extLst>
          </p:cNvPr>
          <p:cNvCxnSpPr>
            <a:stCxn id="4" idx="3"/>
          </p:cNvCxnSpPr>
          <p:nvPr/>
        </p:nvCxnSpPr>
        <p:spPr>
          <a:xfrm>
            <a:off x="6684264" y="1307592"/>
            <a:ext cx="133502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B465F8A-BE25-DCEC-B986-C53302AA796C}"/>
              </a:ext>
            </a:extLst>
          </p:cNvPr>
          <p:cNvCxnSpPr/>
          <p:nvPr/>
        </p:nvCxnSpPr>
        <p:spPr>
          <a:xfrm>
            <a:off x="8019288" y="1307592"/>
            <a:ext cx="0" cy="18348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9EA91FB-5E91-EAE2-BED7-37433A843FEA}"/>
              </a:ext>
            </a:extLst>
          </p:cNvPr>
          <p:cNvCxnSpPr/>
          <p:nvPr/>
        </p:nvCxnSpPr>
        <p:spPr>
          <a:xfrm>
            <a:off x="8019288" y="1307592"/>
            <a:ext cx="288950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AF0A50D-1AA5-918B-F315-7E80C710D25A}"/>
              </a:ext>
            </a:extLst>
          </p:cNvPr>
          <p:cNvCxnSpPr>
            <a:cxnSpLocks/>
          </p:cNvCxnSpPr>
          <p:nvPr/>
        </p:nvCxnSpPr>
        <p:spPr>
          <a:xfrm>
            <a:off x="10908792" y="1307592"/>
            <a:ext cx="0" cy="18348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A6BFDB34-0155-7092-1807-4C178E2BA7C9}"/>
              </a:ext>
            </a:extLst>
          </p:cNvPr>
          <p:cNvSpPr txBox="1"/>
          <p:nvPr/>
        </p:nvSpPr>
        <p:spPr>
          <a:xfrm>
            <a:off x="1380744" y="3648456"/>
            <a:ext cx="1161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Courses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4BCC9A1-A889-D753-D1CB-07A1C31CCC45}"/>
              </a:ext>
            </a:extLst>
          </p:cNvPr>
          <p:cNvSpPr txBox="1"/>
          <p:nvPr/>
        </p:nvSpPr>
        <p:spPr>
          <a:xfrm>
            <a:off x="4398264" y="3566160"/>
            <a:ext cx="1142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About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DC16658-1C4C-4C8B-3A80-23C0F03B74ED}"/>
              </a:ext>
            </a:extLst>
          </p:cNvPr>
          <p:cNvSpPr txBox="1"/>
          <p:nvPr/>
        </p:nvSpPr>
        <p:spPr>
          <a:xfrm>
            <a:off x="7214615" y="3661172"/>
            <a:ext cx="1435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Application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2B4DDB3-3816-39D4-D503-436CDC4CEF7F}"/>
              </a:ext>
            </a:extLst>
          </p:cNvPr>
          <p:cNvSpPr txBox="1"/>
          <p:nvPr/>
        </p:nvSpPr>
        <p:spPr>
          <a:xfrm>
            <a:off x="10323576" y="3648456"/>
            <a:ext cx="10667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Contact</a:t>
            </a:r>
          </a:p>
        </p:txBody>
      </p:sp>
    </p:spTree>
    <p:extLst>
      <p:ext uri="{BB962C8B-B14F-4D97-AF65-F5344CB8AC3E}">
        <p14:creationId xmlns:p14="http://schemas.microsoft.com/office/powerpoint/2010/main" val="40565986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24C3432C-80BA-750C-E387-A0C59748FB2F}"/>
              </a:ext>
            </a:extLst>
          </p:cNvPr>
          <p:cNvSpPr txBox="1"/>
          <p:nvPr/>
        </p:nvSpPr>
        <p:spPr>
          <a:xfrm>
            <a:off x="5198364" y="218224"/>
            <a:ext cx="58795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>
                <a:latin typeface="+mj-lt"/>
                <a:cs typeface="Arial" panose="020B0604020202020204" pitchFamily="34" charset="0"/>
              </a:rPr>
              <a:t>Hot Beans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AFCAC1C-4EF7-F4FD-ACAE-723AF591D12C}"/>
              </a:ext>
            </a:extLst>
          </p:cNvPr>
          <p:cNvSpPr txBox="1"/>
          <p:nvPr/>
        </p:nvSpPr>
        <p:spPr>
          <a:xfrm>
            <a:off x="1341120" y="1371600"/>
            <a:ext cx="13075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>
                <a:solidFill>
                  <a:schemeClr val="accent2"/>
                </a:solidFill>
              </a:rPr>
              <a:t>Home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C39DAAB-87C9-29D1-61F5-553AFB77121B}"/>
              </a:ext>
            </a:extLst>
          </p:cNvPr>
          <p:cNvSpPr txBox="1"/>
          <p:nvPr/>
        </p:nvSpPr>
        <p:spPr>
          <a:xfrm>
            <a:off x="3383280" y="1371600"/>
            <a:ext cx="1170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>
                <a:solidFill>
                  <a:schemeClr val="accent2"/>
                </a:solidFill>
              </a:rPr>
              <a:t>Courses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B09BC18-3535-31B8-51D1-91F284BC8F11}"/>
              </a:ext>
            </a:extLst>
          </p:cNvPr>
          <p:cNvSpPr txBox="1"/>
          <p:nvPr/>
        </p:nvSpPr>
        <p:spPr>
          <a:xfrm>
            <a:off x="5670804" y="1371600"/>
            <a:ext cx="1399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>
                <a:solidFill>
                  <a:schemeClr val="accent2"/>
                </a:solidFill>
              </a:rPr>
              <a:t>About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443F44-1103-2DE7-833B-46D940DC7C94}"/>
              </a:ext>
            </a:extLst>
          </p:cNvPr>
          <p:cNvSpPr txBox="1"/>
          <p:nvPr/>
        </p:nvSpPr>
        <p:spPr>
          <a:xfrm>
            <a:off x="7525512" y="1371600"/>
            <a:ext cx="1408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>
                <a:solidFill>
                  <a:schemeClr val="accent2"/>
                </a:solidFill>
              </a:rPr>
              <a:t>Application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D7B8AA0-0412-F5F4-29D0-5082152D242C}"/>
              </a:ext>
            </a:extLst>
          </p:cNvPr>
          <p:cNvSpPr txBox="1"/>
          <p:nvPr/>
        </p:nvSpPr>
        <p:spPr>
          <a:xfrm>
            <a:off x="9814560" y="1371600"/>
            <a:ext cx="1402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>
                <a:solidFill>
                  <a:schemeClr val="accent2"/>
                </a:solidFill>
              </a:rPr>
              <a:t>Contact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BB28E18-66A5-A68D-231F-80F1ED44CF7A}"/>
              </a:ext>
            </a:extLst>
          </p:cNvPr>
          <p:cNvSpPr txBox="1"/>
          <p:nvPr/>
        </p:nvSpPr>
        <p:spPr>
          <a:xfrm>
            <a:off x="237744" y="265176"/>
            <a:ext cx="2523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>
                <a:solidFill>
                  <a:srgbClr val="FF0000"/>
                </a:solidFill>
              </a:rPr>
              <a:t>Home Page Wireframe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7A62D30-C513-C495-81F0-FF65EB8790BC}"/>
              </a:ext>
            </a:extLst>
          </p:cNvPr>
          <p:cNvSpPr/>
          <p:nvPr/>
        </p:nvSpPr>
        <p:spPr>
          <a:xfrm>
            <a:off x="588264" y="3099816"/>
            <a:ext cx="3380232" cy="284378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59B8E9A-4002-ABFA-F185-084BAAE39E8F}"/>
              </a:ext>
            </a:extLst>
          </p:cNvPr>
          <p:cNvSpPr/>
          <p:nvPr/>
        </p:nvSpPr>
        <p:spPr>
          <a:xfrm>
            <a:off x="4366260" y="3099816"/>
            <a:ext cx="3380232" cy="284378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9DC4376-69D2-25FF-7AF9-AC2FD1770D08}"/>
              </a:ext>
            </a:extLst>
          </p:cNvPr>
          <p:cNvSpPr/>
          <p:nvPr/>
        </p:nvSpPr>
        <p:spPr>
          <a:xfrm>
            <a:off x="8138160" y="3099816"/>
            <a:ext cx="3380232" cy="284378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8A133A-CB19-9F96-76CB-9C924B2EB74B}"/>
              </a:ext>
            </a:extLst>
          </p:cNvPr>
          <p:cNvSpPr txBox="1"/>
          <p:nvPr/>
        </p:nvSpPr>
        <p:spPr>
          <a:xfrm>
            <a:off x="4980432" y="2478024"/>
            <a:ext cx="2325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Our Developers: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CE213F7-987A-5F84-53C1-2CBF1E50D00F}"/>
              </a:ext>
            </a:extLst>
          </p:cNvPr>
          <p:cNvSpPr txBox="1"/>
          <p:nvPr/>
        </p:nvSpPr>
        <p:spPr>
          <a:xfrm>
            <a:off x="1892808" y="4201668"/>
            <a:ext cx="822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Dev  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41B84FB-5295-5670-0131-C50D4D939737}"/>
              </a:ext>
            </a:extLst>
          </p:cNvPr>
          <p:cNvSpPr txBox="1"/>
          <p:nvPr/>
        </p:nvSpPr>
        <p:spPr>
          <a:xfrm>
            <a:off x="5670804" y="4201668"/>
            <a:ext cx="8122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/>
              <a:t>Dev  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33D292F-BB49-3542-767E-88455FBB1AFD}"/>
              </a:ext>
            </a:extLst>
          </p:cNvPr>
          <p:cNvSpPr txBox="1"/>
          <p:nvPr/>
        </p:nvSpPr>
        <p:spPr>
          <a:xfrm>
            <a:off x="9332976" y="4096512"/>
            <a:ext cx="1520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Dev 3</a:t>
            </a:r>
          </a:p>
        </p:txBody>
      </p:sp>
    </p:spTree>
    <p:extLst>
      <p:ext uri="{BB962C8B-B14F-4D97-AF65-F5344CB8AC3E}">
        <p14:creationId xmlns:p14="http://schemas.microsoft.com/office/powerpoint/2010/main" val="22732116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Rectangle 115">
            <a:extLst>
              <a:ext uri="{FF2B5EF4-FFF2-40B4-BE49-F238E27FC236}">
                <a16:creationId xmlns:a16="http://schemas.microsoft.com/office/drawing/2014/main" id="{80644B9D-BF65-F05F-37D7-3146F9A49351}"/>
              </a:ext>
            </a:extLst>
          </p:cNvPr>
          <p:cNvSpPr/>
          <p:nvPr/>
        </p:nvSpPr>
        <p:spPr>
          <a:xfrm>
            <a:off x="685800" y="2240280"/>
            <a:ext cx="1896619" cy="291693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24564EB-454C-CD6F-8684-943458B51703}"/>
              </a:ext>
            </a:extLst>
          </p:cNvPr>
          <p:cNvSpPr/>
          <p:nvPr/>
        </p:nvSpPr>
        <p:spPr>
          <a:xfrm>
            <a:off x="786384" y="1143000"/>
            <a:ext cx="1883664" cy="85039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BC7A19-335C-4912-654B-932C107C5CAB}"/>
              </a:ext>
            </a:extLst>
          </p:cNvPr>
          <p:cNvSpPr/>
          <p:nvPr/>
        </p:nvSpPr>
        <p:spPr>
          <a:xfrm>
            <a:off x="2923032" y="1143000"/>
            <a:ext cx="1883664" cy="85039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655AECC-E83E-215A-4EB0-7422376A33CC}"/>
              </a:ext>
            </a:extLst>
          </p:cNvPr>
          <p:cNvSpPr/>
          <p:nvPr/>
        </p:nvSpPr>
        <p:spPr>
          <a:xfrm>
            <a:off x="5059680" y="1143000"/>
            <a:ext cx="1883664" cy="85039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F35AC84-F446-82F1-7DED-6A02FC5E2248}"/>
              </a:ext>
            </a:extLst>
          </p:cNvPr>
          <p:cNvSpPr/>
          <p:nvPr/>
        </p:nvSpPr>
        <p:spPr>
          <a:xfrm>
            <a:off x="7196328" y="1143000"/>
            <a:ext cx="1883664" cy="85039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FC1B741-C426-FFFA-DB55-B5208BDF7D0C}"/>
              </a:ext>
            </a:extLst>
          </p:cNvPr>
          <p:cNvSpPr/>
          <p:nvPr/>
        </p:nvSpPr>
        <p:spPr>
          <a:xfrm>
            <a:off x="9332976" y="1143000"/>
            <a:ext cx="1883664" cy="85039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31FD36-D256-696A-DEE1-713E091999B6}"/>
              </a:ext>
            </a:extLst>
          </p:cNvPr>
          <p:cNvSpPr txBox="1"/>
          <p:nvPr/>
        </p:nvSpPr>
        <p:spPr>
          <a:xfrm>
            <a:off x="1341120" y="1371600"/>
            <a:ext cx="13075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Home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F50B9F-6248-14F1-9BC8-E82F84C67F8E}"/>
              </a:ext>
            </a:extLst>
          </p:cNvPr>
          <p:cNvSpPr txBox="1"/>
          <p:nvPr/>
        </p:nvSpPr>
        <p:spPr>
          <a:xfrm>
            <a:off x="3383280" y="1371600"/>
            <a:ext cx="1170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Courses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715599-65F3-6846-A5B7-D2DE77BEAA77}"/>
              </a:ext>
            </a:extLst>
          </p:cNvPr>
          <p:cNvSpPr txBox="1"/>
          <p:nvPr/>
        </p:nvSpPr>
        <p:spPr>
          <a:xfrm>
            <a:off x="5670804" y="1371600"/>
            <a:ext cx="1399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About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5C2B4E-A054-18D2-35CA-CF93B80805F6}"/>
              </a:ext>
            </a:extLst>
          </p:cNvPr>
          <p:cNvSpPr txBox="1"/>
          <p:nvPr/>
        </p:nvSpPr>
        <p:spPr>
          <a:xfrm>
            <a:off x="7525512" y="1371600"/>
            <a:ext cx="1408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Application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DA72BDD-7944-27D1-7A9D-3B0AB1AB06B1}"/>
              </a:ext>
            </a:extLst>
          </p:cNvPr>
          <p:cNvSpPr txBox="1"/>
          <p:nvPr/>
        </p:nvSpPr>
        <p:spPr>
          <a:xfrm>
            <a:off x="9814560" y="1371600"/>
            <a:ext cx="1402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Contact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A6AAA1-517D-F191-8974-A0A45A355164}"/>
              </a:ext>
            </a:extLst>
          </p:cNvPr>
          <p:cNvSpPr txBox="1"/>
          <p:nvPr/>
        </p:nvSpPr>
        <p:spPr>
          <a:xfrm>
            <a:off x="275844" y="272534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>
                <a:solidFill>
                  <a:srgbClr val="FF0000"/>
                </a:solidFill>
              </a:rPr>
              <a:t>Courses Page Wireframe</a:t>
            </a:r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212F8F5-71A0-C2F4-9A04-EDF135915FEE}"/>
              </a:ext>
            </a:extLst>
          </p:cNvPr>
          <p:cNvCxnSpPr/>
          <p:nvPr/>
        </p:nvCxnSpPr>
        <p:spPr>
          <a:xfrm>
            <a:off x="848103" y="2835162"/>
            <a:ext cx="150723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E31EE1CF-7791-DCF2-ADCD-09E242B34FEC}"/>
              </a:ext>
            </a:extLst>
          </p:cNvPr>
          <p:cNvCxnSpPr/>
          <p:nvPr/>
        </p:nvCxnSpPr>
        <p:spPr>
          <a:xfrm>
            <a:off x="848103" y="3271026"/>
            <a:ext cx="150723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8D51F854-C97B-82C8-089A-B66683CA7810}"/>
              </a:ext>
            </a:extLst>
          </p:cNvPr>
          <p:cNvCxnSpPr/>
          <p:nvPr/>
        </p:nvCxnSpPr>
        <p:spPr>
          <a:xfrm>
            <a:off x="851151" y="3694698"/>
            <a:ext cx="150723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837D0A08-A884-CD91-3259-B9A16D79A0F3}"/>
              </a:ext>
            </a:extLst>
          </p:cNvPr>
          <p:cNvCxnSpPr/>
          <p:nvPr/>
        </p:nvCxnSpPr>
        <p:spPr>
          <a:xfrm>
            <a:off x="845055" y="4112274"/>
            <a:ext cx="150723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77D32C74-2343-D650-5B7A-78DDF854842D}"/>
              </a:ext>
            </a:extLst>
          </p:cNvPr>
          <p:cNvCxnSpPr/>
          <p:nvPr/>
        </p:nvCxnSpPr>
        <p:spPr>
          <a:xfrm>
            <a:off x="826767" y="4572522"/>
            <a:ext cx="150723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E7645DC2-5AFA-4728-733A-FB6664AC96AF}"/>
              </a:ext>
            </a:extLst>
          </p:cNvPr>
          <p:cNvSpPr txBox="1"/>
          <p:nvPr/>
        </p:nvSpPr>
        <p:spPr>
          <a:xfrm>
            <a:off x="934971" y="2414015"/>
            <a:ext cx="1507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Course Title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17CAC338-53D0-5E94-5A2C-DE46B742B09F}"/>
              </a:ext>
            </a:extLst>
          </p:cNvPr>
          <p:cNvSpPr txBox="1"/>
          <p:nvPr/>
        </p:nvSpPr>
        <p:spPr>
          <a:xfrm>
            <a:off x="1082421" y="3310126"/>
            <a:ext cx="1225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Duration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81F469E9-A664-B327-14ED-3354D995F8B1}"/>
              </a:ext>
            </a:extLst>
          </p:cNvPr>
          <p:cNvSpPr txBox="1"/>
          <p:nvPr/>
        </p:nvSpPr>
        <p:spPr>
          <a:xfrm>
            <a:off x="1246628" y="4151373"/>
            <a:ext cx="1022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Level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FDF8A0BD-B3BF-6D34-B7F3-44198D54DEDB}"/>
              </a:ext>
            </a:extLst>
          </p:cNvPr>
          <p:cNvSpPr/>
          <p:nvPr/>
        </p:nvSpPr>
        <p:spPr>
          <a:xfrm>
            <a:off x="5046725" y="2240280"/>
            <a:ext cx="1896619" cy="291693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FDCBAD33-6B74-76ED-FA1A-B3CDFF4CB174}"/>
              </a:ext>
            </a:extLst>
          </p:cNvPr>
          <p:cNvCxnSpPr/>
          <p:nvPr/>
        </p:nvCxnSpPr>
        <p:spPr>
          <a:xfrm>
            <a:off x="5209028" y="2835162"/>
            <a:ext cx="150723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3D831C19-D03C-72DC-4DE0-0C930014D503}"/>
              </a:ext>
            </a:extLst>
          </p:cNvPr>
          <p:cNvCxnSpPr/>
          <p:nvPr/>
        </p:nvCxnSpPr>
        <p:spPr>
          <a:xfrm>
            <a:off x="5209028" y="3271026"/>
            <a:ext cx="150723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8F0ED9B8-7FC1-607F-50D9-6610141673D4}"/>
              </a:ext>
            </a:extLst>
          </p:cNvPr>
          <p:cNvCxnSpPr/>
          <p:nvPr/>
        </p:nvCxnSpPr>
        <p:spPr>
          <a:xfrm>
            <a:off x="5212076" y="3694698"/>
            <a:ext cx="150723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829BAA3E-6EB4-D2D1-7D27-7970CE7CB97C}"/>
              </a:ext>
            </a:extLst>
          </p:cNvPr>
          <p:cNvCxnSpPr/>
          <p:nvPr/>
        </p:nvCxnSpPr>
        <p:spPr>
          <a:xfrm>
            <a:off x="5205980" y="4112274"/>
            <a:ext cx="150723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E216BDE5-B363-2343-C672-40C3D5B66F8D}"/>
              </a:ext>
            </a:extLst>
          </p:cNvPr>
          <p:cNvCxnSpPr/>
          <p:nvPr/>
        </p:nvCxnSpPr>
        <p:spPr>
          <a:xfrm>
            <a:off x="5187692" y="4572522"/>
            <a:ext cx="150723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13BDE892-E0D5-DB40-6E63-B387D4F9910D}"/>
              </a:ext>
            </a:extLst>
          </p:cNvPr>
          <p:cNvSpPr txBox="1"/>
          <p:nvPr/>
        </p:nvSpPr>
        <p:spPr>
          <a:xfrm>
            <a:off x="5295896" y="2414015"/>
            <a:ext cx="1507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Course Title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94A0AC6E-AB52-7DF2-E03C-0CEFD405C208}"/>
              </a:ext>
            </a:extLst>
          </p:cNvPr>
          <p:cNvSpPr txBox="1"/>
          <p:nvPr/>
        </p:nvSpPr>
        <p:spPr>
          <a:xfrm>
            <a:off x="5443346" y="3310126"/>
            <a:ext cx="1225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Duration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B436A957-6E96-A3CA-45C0-7838A3E50B8B}"/>
              </a:ext>
            </a:extLst>
          </p:cNvPr>
          <p:cNvSpPr txBox="1"/>
          <p:nvPr/>
        </p:nvSpPr>
        <p:spPr>
          <a:xfrm>
            <a:off x="5607553" y="4151373"/>
            <a:ext cx="1022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Level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CA175D5E-2688-FC40-EED7-1B890F033902}"/>
              </a:ext>
            </a:extLst>
          </p:cNvPr>
          <p:cNvSpPr/>
          <p:nvPr/>
        </p:nvSpPr>
        <p:spPr>
          <a:xfrm>
            <a:off x="2866262" y="2220990"/>
            <a:ext cx="1896619" cy="291693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E31D1F53-21E8-929B-C128-768C9F23AB85}"/>
              </a:ext>
            </a:extLst>
          </p:cNvPr>
          <p:cNvCxnSpPr/>
          <p:nvPr/>
        </p:nvCxnSpPr>
        <p:spPr>
          <a:xfrm>
            <a:off x="3028565" y="2815872"/>
            <a:ext cx="150723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F541EA3A-AF5F-A465-AC6F-550AC8B19090}"/>
              </a:ext>
            </a:extLst>
          </p:cNvPr>
          <p:cNvCxnSpPr/>
          <p:nvPr/>
        </p:nvCxnSpPr>
        <p:spPr>
          <a:xfrm>
            <a:off x="3028565" y="3251736"/>
            <a:ext cx="150723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31B04AE4-0D34-25BA-6E47-124A4DFFF676}"/>
              </a:ext>
            </a:extLst>
          </p:cNvPr>
          <p:cNvCxnSpPr/>
          <p:nvPr/>
        </p:nvCxnSpPr>
        <p:spPr>
          <a:xfrm>
            <a:off x="3031613" y="3675408"/>
            <a:ext cx="150723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EEB816D4-A4EF-9FC3-148D-822C3C0A6C19}"/>
              </a:ext>
            </a:extLst>
          </p:cNvPr>
          <p:cNvCxnSpPr/>
          <p:nvPr/>
        </p:nvCxnSpPr>
        <p:spPr>
          <a:xfrm>
            <a:off x="3025517" y="4092984"/>
            <a:ext cx="150723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01CA21F5-11D1-A5FA-F1DF-3B4E255ED784}"/>
              </a:ext>
            </a:extLst>
          </p:cNvPr>
          <p:cNvCxnSpPr/>
          <p:nvPr/>
        </p:nvCxnSpPr>
        <p:spPr>
          <a:xfrm>
            <a:off x="3007229" y="4553232"/>
            <a:ext cx="150723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TextBox 131">
            <a:extLst>
              <a:ext uri="{FF2B5EF4-FFF2-40B4-BE49-F238E27FC236}">
                <a16:creationId xmlns:a16="http://schemas.microsoft.com/office/drawing/2014/main" id="{4F9BF6A4-8BE3-7349-FEAA-34438F4C7F5B}"/>
              </a:ext>
            </a:extLst>
          </p:cNvPr>
          <p:cNvSpPr txBox="1"/>
          <p:nvPr/>
        </p:nvSpPr>
        <p:spPr>
          <a:xfrm>
            <a:off x="3115433" y="2394725"/>
            <a:ext cx="1507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Course Title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9C0ED929-0A8B-2818-A891-F252E110F39E}"/>
              </a:ext>
            </a:extLst>
          </p:cNvPr>
          <p:cNvSpPr txBox="1"/>
          <p:nvPr/>
        </p:nvSpPr>
        <p:spPr>
          <a:xfrm>
            <a:off x="3262883" y="3290836"/>
            <a:ext cx="1225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Duration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62B5BD47-5E43-0B50-A9A2-7F922905E1D6}"/>
              </a:ext>
            </a:extLst>
          </p:cNvPr>
          <p:cNvSpPr txBox="1"/>
          <p:nvPr/>
        </p:nvSpPr>
        <p:spPr>
          <a:xfrm>
            <a:off x="3427090" y="4132083"/>
            <a:ext cx="1022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Level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0663F8A5-D2CB-A698-ACDE-BA1FD08EEFBA}"/>
              </a:ext>
            </a:extLst>
          </p:cNvPr>
          <p:cNvSpPr/>
          <p:nvPr/>
        </p:nvSpPr>
        <p:spPr>
          <a:xfrm>
            <a:off x="7227188" y="2255520"/>
            <a:ext cx="1896619" cy="291693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5A7604E4-7A4C-A6F1-C080-366B7C2C029F}"/>
              </a:ext>
            </a:extLst>
          </p:cNvPr>
          <p:cNvCxnSpPr/>
          <p:nvPr/>
        </p:nvCxnSpPr>
        <p:spPr>
          <a:xfrm>
            <a:off x="7389491" y="2850402"/>
            <a:ext cx="150723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3ADE780F-6BBF-59AD-52DF-184D995F4D2C}"/>
              </a:ext>
            </a:extLst>
          </p:cNvPr>
          <p:cNvCxnSpPr/>
          <p:nvPr/>
        </p:nvCxnSpPr>
        <p:spPr>
          <a:xfrm>
            <a:off x="7389491" y="3286266"/>
            <a:ext cx="150723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AF0BA238-24EF-D4B2-420E-238A71F305B0}"/>
              </a:ext>
            </a:extLst>
          </p:cNvPr>
          <p:cNvCxnSpPr/>
          <p:nvPr/>
        </p:nvCxnSpPr>
        <p:spPr>
          <a:xfrm>
            <a:off x="7392539" y="3709938"/>
            <a:ext cx="150723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6F91EC2F-E190-BBF1-908C-6D135C245749}"/>
              </a:ext>
            </a:extLst>
          </p:cNvPr>
          <p:cNvCxnSpPr/>
          <p:nvPr/>
        </p:nvCxnSpPr>
        <p:spPr>
          <a:xfrm>
            <a:off x="7386443" y="4127514"/>
            <a:ext cx="150723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BDF4F529-3728-401E-51AB-2A2EB09B04BF}"/>
              </a:ext>
            </a:extLst>
          </p:cNvPr>
          <p:cNvCxnSpPr/>
          <p:nvPr/>
        </p:nvCxnSpPr>
        <p:spPr>
          <a:xfrm>
            <a:off x="7368155" y="4587762"/>
            <a:ext cx="150723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TextBox 140">
            <a:extLst>
              <a:ext uri="{FF2B5EF4-FFF2-40B4-BE49-F238E27FC236}">
                <a16:creationId xmlns:a16="http://schemas.microsoft.com/office/drawing/2014/main" id="{D4FD25F4-715A-26E7-1AF3-803A05D9557A}"/>
              </a:ext>
            </a:extLst>
          </p:cNvPr>
          <p:cNvSpPr txBox="1"/>
          <p:nvPr/>
        </p:nvSpPr>
        <p:spPr>
          <a:xfrm>
            <a:off x="7476359" y="2429255"/>
            <a:ext cx="1507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Course Title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E2E31302-F33C-155E-B7F1-CAEC49448F08}"/>
              </a:ext>
            </a:extLst>
          </p:cNvPr>
          <p:cNvSpPr txBox="1"/>
          <p:nvPr/>
        </p:nvSpPr>
        <p:spPr>
          <a:xfrm>
            <a:off x="7623809" y="3325366"/>
            <a:ext cx="1225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Duration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7C14AAE2-CBB0-2EE7-3E5B-FD47FB16883A}"/>
              </a:ext>
            </a:extLst>
          </p:cNvPr>
          <p:cNvSpPr txBox="1"/>
          <p:nvPr/>
        </p:nvSpPr>
        <p:spPr>
          <a:xfrm>
            <a:off x="7788016" y="4166613"/>
            <a:ext cx="1022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Level</a:t>
            </a: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104DE480-53DE-B92E-2764-7C49C71A8CD8}"/>
              </a:ext>
            </a:extLst>
          </p:cNvPr>
          <p:cNvSpPr/>
          <p:nvPr/>
        </p:nvSpPr>
        <p:spPr>
          <a:xfrm>
            <a:off x="9407650" y="2236230"/>
            <a:ext cx="1896619" cy="291693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D37872CD-26E9-49DB-687D-5F2A495A27B3}"/>
              </a:ext>
            </a:extLst>
          </p:cNvPr>
          <p:cNvCxnSpPr/>
          <p:nvPr/>
        </p:nvCxnSpPr>
        <p:spPr>
          <a:xfrm>
            <a:off x="9569953" y="2831112"/>
            <a:ext cx="150723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4A4812BC-4EDC-CA33-8EE9-1732A0E9F11E}"/>
              </a:ext>
            </a:extLst>
          </p:cNvPr>
          <p:cNvCxnSpPr/>
          <p:nvPr/>
        </p:nvCxnSpPr>
        <p:spPr>
          <a:xfrm>
            <a:off x="9569953" y="3266976"/>
            <a:ext cx="150723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4BE9150F-E481-0CE4-E03F-4B555E11ADAD}"/>
              </a:ext>
            </a:extLst>
          </p:cNvPr>
          <p:cNvCxnSpPr/>
          <p:nvPr/>
        </p:nvCxnSpPr>
        <p:spPr>
          <a:xfrm>
            <a:off x="9573001" y="3690648"/>
            <a:ext cx="150723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1499AD65-82AD-9951-DAEE-19D42F5F8863}"/>
              </a:ext>
            </a:extLst>
          </p:cNvPr>
          <p:cNvCxnSpPr/>
          <p:nvPr/>
        </p:nvCxnSpPr>
        <p:spPr>
          <a:xfrm>
            <a:off x="9566905" y="4108224"/>
            <a:ext cx="150723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2A343332-3D9A-B3FB-12C3-8D201CBC72B3}"/>
              </a:ext>
            </a:extLst>
          </p:cNvPr>
          <p:cNvCxnSpPr/>
          <p:nvPr/>
        </p:nvCxnSpPr>
        <p:spPr>
          <a:xfrm>
            <a:off x="9548617" y="4568472"/>
            <a:ext cx="150723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TextBox 158">
            <a:extLst>
              <a:ext uri="{FF2B5EF4-FFF2-40B4-BE49-F238E27FC236}">
                <a16:creationId xmlns:a16="http://schemas.microsoft.com/office/drawing/2014/main" id="{D72E03D1-206D-A101-0F03-63D0F55F03D7}"/>
              </a:ext>
            </a:extLst>
          </p:cNvPr>
          <p:cNvSpPr txBox="1"/>
          <p:nvPr/>
        </p:nvSpPr>
        <p:spPr>
          <a:xfrm>
            <a:off x="9656821" y="2409965"/>
            <a:ext cx="1507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Course Title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9D341991-4F74-1FFD-0736-F75CB394C2BB}"/>
              </a:ext>
            </a:extLst>
          </p:cNvPr>
          <p:cNvSpPr txBox="1"/>
          <p:nvPr/>
        </p:nvSpPr>
        <p:spPr>
          <a:xfrm>
            <a:off x="9804271" y="3306076"/>
            <a:ext cx="1225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Duration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E5B517E5-5CD9-5B20-7001-30CDA3FF5F3E}"/>
              </a:ext>
            </a:extLst>
          </p:cNvPr>
          <p:cNvSpPr txBox="1"/>
          <p:nvPr/>
        </p:nvSpPr>
        <p:spPr>
          <a:xfrm>
            <a:off x="9968478" y="4147323"/>
            <a:ext cx="1022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Level</a:t>
            </a:r>
          </a:p>
        </p:txBody>
      </p:sp>
    </p:spTree>
    <p:extLst>
      <p:ext uri="{BB962C8B-B14F-4D97-AF65-F5344CB8AC3E}">
        <p14:creationId xmlns:p14="http://schemas.microsoft.com/office/powerpoint/2010/main" val="4444244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C48C909D-F37D-5712-9A00-A7CE69E7A2E5}"/>
              </a:ext>
            </a:extLst>
          </p:cNvPr>
          <p:cNvSpPr/>
          <p:nvPr/>
        </p:nvSpPr>
        <p:spPr>
          <a:xfrm>
            <a:off x="92582" y="2345174"/>
            <a:ext cx="1874520" cy="41531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75F648-A639-9EB0-C220-0CF6C876FF51}"/>
              </a:ext>
            </a:extLst>
          </p:cNvPr>
          <p:cNvSpPr txBox="1"/>
          <p:nvPr/>
        </p:nvSpPr>
        <p:spPr>
          <a:xfrm>
            <a:off x="258318" y="208526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>
                <a:solidFill>
                  <a:srgbClr val="FF0000"/>
                </a:solidFill>
              </a:rPr>
              <a:t>About Page Wireframe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4ACC9E5-D25D-6E05-29D4-7E4CDB3A7234}"/>
              </a:ext>
            </a:extLst>
          </p:cNvPr>
          <p:cNvSpPr/>
          <p:nvPr/>
        </p:nvSpPr>
        <p:spPr>
          <a:xfrm>
            <a:off x="3138678" y="1831192"/>
            <a:ext cx="6428232" cy="2192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8C9311-4CA2-E8FE-D189-0A2CA02D8E0D}"/>
              </a:ext>
            </a:extLst>
          </p:cNvPr>
          <p:cNvSpPr txBox="1"/>
          <p:nvPr/>
        </p:nvSpPr>
        <p:spPr>
          <a:xfrm>
            <a:off x="5767578" y="1862055"/>
            <a:ext cx="1170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Headline</a:t>
            </a:r>
          </a:p>
          <a:p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1AEB55-0578-9E34-88E5-93B36B0A188D}"/>
              </a:ext>
            </a:extLst>
          </p:cNvPr>
          <p:cNvSpPr txBox="1"/>
          <p:nvPr/>
        </p:nvSpPr>
        <p:spPr>
          <a:xfrm>
            <a:off x="5788152" y="2811887"/>
            <a:ext cx="1014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Sub Text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7DF24C2-A102-7572-AC88-D1AFA6BE3022}"/>
              </a:ext>
            </a:extLst>
          </p:cNvPr>
          <p:cNvSpPr/>
          <p:nvPr/>
        </p:nvSpPr>
        <p:spPr>
          <a:xfrm>
            <a:off x="432054" y="2660904"/>
            <a:ext cx="1195578" cy="104063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FF0000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3B41702-AEA3-0E5A-F294-B0B66E2E5360}"/>
              </a:ext>
            </a:extLst>
          </p:cNvPr>
          <p:cNvSpPr/>
          <p:nvPr/>
        </p:nvSpPr>
        <p:spPr>
          <a:xfrm>
            <a:off x="432054" y="3901440"/>
            <a:ext cx="1195578" cy="104063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9C9E9A6-AB23-868C-B5CF-74C6B093149D}"/>
              </a:ext>
            </a:extLst>
          </p:cNvPr>
          <p:cNvSpPr/>
          <p:nvPr/>
        </p:nvSpPr>
        <p:spPr>
          <a:xfrm>
            <a:off x="432054" y="5071872"/>
            <a:ext cx="1195578" cy="104063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FFA6341-C202-D2DA-45AB-4B60EACD186E}"/>
              </a:ext>
            </a:extLst>
          </p:cNvPr>
          <p:cNvSpPr txBox="1"/>
          <p:nvPr/>
        </p:nvSpPr>
        <p:spPr>
          <a:xfrm>
            <a:off x="650367" y="2996553"/>
            <a:ext cx="758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Train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83A8049-270B-F2E4-1F4C-8620331BA7E8}"/>
              </a:ext>
            </a:extLst>
          </p:cNvPr>
          <p:cNvSpPr txBox="1"/>
          <p:nvPr/>
        </p:nvSpPr>
        <p:spPr>
          <a:xfrm>
            <a:off x="546354" y="4237089"/>
            <a:ext cx="9669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Assess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791518E-14D2-2FD9-94AB-66F8E3A379FD}"/>
              </a:ext>
            </a:extLst>
          </p:cNvPr>
          <p:cNvSpPr txBox="1"/>
          <p:nvPr/>
        </p:nvSpPr>
        <p:spPr>
          <a:xfrm>
            <a:off x="494347" y="5407521"/>
            <a:ext cx="10709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Connect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1FA79AE-0A1D-9B8E-D75D-FD4F1A8F4E65}"/>
              </a:ext>
            </a:extLst>
          </p:cNvPr>
          <p:cNvSpPr/>
          <p:nvPr/>
        </p:nvSpPr>
        <p:spPr>
          <a:xfrm>
            <a:off x="3138678" y="4149221"/>
            <a:ext cx="6428232" cy="16276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03453A-BFE2-C382-2D75-5D5A17DDF9B9}"/>
              </a:ext>
            </a:extLst>
          </p:cNvPr>
          <p:cNvSpPr txBox="1"/>
          <p:nvPr/>
        </p:nvSpPr>
        <p:spPr>
          <a:xfrm>
            <a:off x="5612130" y="4709898"/>
            <a:ext cx="3182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Our Mission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869DAA9-385A-34CC-4D1F-9A9595A4C8AF}"/>
              </a:ext>
            </a:extLst>
          </p:cNvPr>
          <p:cNvSpPr/>
          <p:nvPr/>
        </p:nvSpPr>
        <p:spPr>
          <a:xfrm>
            <a:off x="10224898" y="2345174"/>
            <a:ext cx="1874520" cy="41531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26A8288-799A-31D1-6049-247900A2BE18}"/>
              </a:ext>
            </a:extLst>
          </p:cNvPr>
          <p:cNvSpPr txBox="1"/>
          <p:nvPr/>
        </p:nvSpPr>
        <p:spPr>
          <a:xfrm>
            <a:off x="10898506" y="3716774"/>
            <a:ext cx="7326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Stats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99B3894-5B0E-DE19-9A8F-7ED3D764BF1A}"/>
              </a:ext>
            </a:extLst>
          </p:cNvPr>
          <p:cNvSpPr/>
          <p:nvPr/>
        </p:nvSpPr>
        <p:spPr>
          <a:xfrm>
            <a:off x="1494282" y="625829"/>
            <a:ext cx="1883664" cy="85039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D9824B2-FCAE-1655-291D-8BDDBD1C81CB}"/>
              </a:ext>
            </a:extLst>
          </p:cNvPr>
          <p:cNvSpPr/>
          <p:nvPr/>
        </p:nvSpPr>
        <p:spPr>
          <a:xfrm>
            <a:off x="3630930" y="625829"/>
            <a:ext cx="1883664" cy="85039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667E23D-7767-6160-0C6B-E2C9725F1DB1}"/>
              </a:ext>
            </a:extLst>
          </p:cNvPr>
          <p:cNvSpPr/>
          <p:nvPr/>
        </p:nvSpPr>
        <p:spPr>
          <a:xfrm>
            <a:off x="5767578" y="625829"/>
            <a:ext cx="1883664" cy="85039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79BA756-FE6E-BBB6-6525-017B0195F75F}"/>
              </a:ext>
            </a:extLst>
          </p:cNvPr>
          <p:cNvSpPr/>
          <p:nvPr/>
        </p:nvSpPr>
        <p:spPr>
          <a:xfrm>
            <a:off x="7904226" y="625829"/>
            <a:ext cx="1883664" cy="85039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5AEFC2D-6697-C7CA-E4A9-A01292B2A337}"/>
              </a:ext>
            </a:extLst>
          </p:cNvPr>
          <p:cNvSpPr/>
          <p:nvPr/>
        </p:nvSpPr>
        <p:spPr>
          <a:xfrm>
            <a:off x="10040874" y="625829"/>
            <a:ext cx="1883664" cy="85039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C46A7F9-B682-5DAD-BB69-9F578AE182C4}"/>
              </a:ext>
            </a:extLst>
          </p:cNvPr>
          <p:cNvSpPr txBox="1"/>
          <p:nvPr/>
        </p:nvSpPr>
        <p:spPr>
          <a:xfrm>
            <a:off x="2049018" y="854429"/>
            <a:ext cx="13075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Home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92DDFC2-F255-CE4E-B4F1-9D367ED689D3}"/>
              </a:ext>
            </a:extLst>
          </p:cNvPr>
          <p:cNvSpPr txBox="1"/>
          <p:nvPr/>
        </p:nvSpPr>
        <p:spPr>
          <a:xfrm>
            <a:off x="4091178" y="854429"/>
            <a:ext cx="1170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Courses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757038D-C7F2-D9BA-6AA2-2B4494A27ABF}"/>
              </a:ext>
            </a:extLst>
          </p:cNvPr>
          <p:cNvSpPr txBox="1"/>
          <p:nvPr/>
        </p:nvSpPr>
        <p:spPr>
          <a:xfrm>
            <a:off x="6378702" y="854429"/>
            <a:ext cx="1399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About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D0A8728-BBF4-BE28-14D0-DCAE07654C3F}"/>
              </a:ext>
            </a:extLst>
          </p:cNvPr>
          <p:cNvSpPr txBox="1"/>
          <p:nvPr/>
        </p:nvSpPr>
        <p:spPr>
          <a:xfrm>
            <a:off x="8233410" y="854429"/>
            <a:ext cx="1408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Application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EFF8D8D-CDB9-4D7B-C00A-23E4EBF980A7}"/>
              </a:ext>
            </a:extLst>
          </p:cNvPr>
          <p:cNvSpPr txBox="1"/>
          <p:nvPr/>
        </p:nvSpPr>
        <p:spPr>
          <a:xfrm>
            <a:off x="10522458" y="854429"/>
            <a:ext cx="1402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Contact</a:t>
            </a:r>
          </a:p>
        </p:txBody>
      </p:sp>
    </p:spTree>
    <p:extLst>
      <p:ext uri="{BB962C8B-B14F-4D97-AF65-F5344CB8AC3E}">
        <p14:creationId xmlns:p14="http://schemas.microsoft.com/office/powerpoint/2010/main" val="21498739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3DE111F9-2A10-21C2-1404-CFC9FC373D0E}"/>
              </a:ext>
            </a:extLst>
          </p:cNvPr>
          <p:cNvSpPr/>
          <p:nvPr/>
        </p:nvSpPr>
        <p:spPr>
          <a:xfrm>
            <a:off x="1468374" y="4885686"/>
            <a:ext cx="630936" cy="3325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5BD71E-E227-54DF-8E6D-F02CE969BC50}"/>
              </a:ext>
            </a:extLst>
          </p:cNvPr>
          <p:cNvSpPr txBox="1"/>
          <p:nvPr/>
        </p:nvSpPr>
        <p:spPr>
          <a:xfrm>
            <a:off x="148589" y="58127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>
                <a:solidFill>
                  <a:srgbClr val="FF0000"/>
                </a:solidFill>
              </a:rPr>
              <a:t>Application Page Wireframe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37917C2-C8D0-6505-A4B3-E3657B8EBACE}"/>
              </a:ext>
            </a:extLst>
          </p:cNvPr>
          <p:cNvCxnSpPr/>
          <p:nvPr/>
        </p:nvCxnSpPr>
        <p:spPr>
          <a:xfrm>
            <a:off x="3319272" y="3278599"/>
            <a:ext cx="503834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2CD46B-88CB-FD21-F12B-3BE8CCC1DC37}"/>
              </a:ext>
            </a:extLst>
          </p:cNvPr>
          <p:cNvCxnSpPr/>
          <p:nvPr/>
        </p:nvCxnSpPr>
        <p:spPr>
          <a:xfrm>
            <a:off x="3319272" y="3333463"/>
            <a:ext cx="503834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843AE4C-EB9C-E9D4-6A4D-45D8F6E178D0}"/>
              </a:ext>
            </a:extLst>
          </p:cNvPr>
          <p:cNvCxnSpPr>
            <a:cxnSpLocks/>
          </p:cNvCxnSpPr>
          <p:nvPr/>
        </p:nvCxnSpPr>
        <p:spPr>
          <a:xfrm>
            <a:off x="8357616" y="3278599"/>
            <a:ext cx="0" cy="5486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C80EEF66-42CC-3019-3412-4E117A1F4D5A}"/>
              </a:ext>
            </a:extLst>
          </p:cNvPr>
          <p:cNvSpPr txBox="1"/>
          <p:nvPr/>
        </p:nvSpPr>
        <p:spPr>
          <a:xfrm>
            <a:off x="5067300" y="2634580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Progress Bar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762ACD6-4342-9A23-1E0A-BF6B5C10B5D1}"/>
              </a:ext>
            </a:extLst>
          </p:cNvPr>
          <p:cNvSpPr/>
          <p:nvPr/>
        </p:nvSpPr>
        <p:spPr>
          <a:xfrm>
            <a:off x="1342644" y="3896029"/>
            <a:ext cx="2631186" cy="13345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DDA25BE-FBDB-54F3-6391-C9278350B24D}"/>
              </a:ext>
            </a:extLst>
          </p:cNvPr>
          <p:cNvSpPr txBox="1"/>
          <p:nvPr/>
        </p:nvSpPr>
        <p:spPr>
          <a:xfrm>
            <a:off x="1468374" y="3962356"/>
            <a:ext cx="28072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Full Name   [______]</a:t>
            </a:r>
          </a:p>
          <a:p>
            <a:r>
              <a:rPr lang="en-GB"/>
              <a:t>Email             [______]</a:t>
            </a:r>
          </a:p>
          <a:p>
            <a:r>
              <a:rPr lang="en-GB"/>
              <a:t>Location      [______]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894BCC3-E1E7-1CB5-90BF-E7891901B11B}"/>
              </a:ext>
            </a:extLst>
          </p:cNvPr>
          <p:cNvSpPr txBox="1"/>
          <p:nvPr/>
        </p:nvSpPr>
        <p:spPr>
          <a:xfrm>
            <a:off x="2936368" y="4849582"/>
            <a:ext cx="722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Next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0EAF747-61BC-C742-81B7-14011DC5AA60}"/>
              </a:ext>
            </a:extLst>
          </p:cNvPr>
          <p:cNvCxnSpPr>
            <a:cxnSpLocks/>
          </p:cNvCxnSpPr>
          <p:nvPr/>
        </p:nvCxnSpPr>
        <p:spPr>
          <a:xfrm>
            <a:off x="3319272" y="3278599"/>
            <a:ext cx="0" cy="5486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E78D3C48-F903-F55C-4C1B-869E74E780A0}"/>
              </a:ext>
            </a:extLst>
          </p:cNvPr>
          <p:cNvSpPr/>
          <p:nvPr/>
        </p:nvSpPr>
        <p:spPr>
          <a:xfrm>
            <a:off x="4626864" y="4849582"/>
            <a:ext cx="630936" cy="3325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AA83A38-4759-DE18-8335-54C239E4A57B}"/>
              </a:ext>
            </a:extLst>
          </p:cNvPr>
          <p:cNvSpPr/>
          <p:nvPr/>
        </p:nvSpPr>
        <p:spPr>
          <a:xfrm>
            <a:off x="4501134" y="3859925"/>
            <a:ext cx="2631186" cy="13345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D3EFB82-CA69-DB41-0911-C6627915236E}"/>
              </a:ext>
            </a:extLst>
          </p:cNvPr>
          <p:cNvSpPr txBox="1"/>
          <p:nvPr/>
        </p:nvSpPr>
        <p:spPr>
          <a:xfrm>
            <a:off x="4837176" y="3896029"/>
            <a:ext cx="2167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Coding Experience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404AD66-31C2-A240-C4B4-AB08EE46FFCD}"/>
              </a:ext>
            </a:extLst>
          </p:cNvPr>
          <p:cNvSpPr/>
          <p:nvPr/>
        </p:nvSpPr>
        <p:spPr>
          <a:xfrm>
            <a:off x="4975096" y="4481455"/>
            <a:ext cx="228600" cy="21945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443DC167-597F-AB25-EDDA-042DB577B4F9}"/>
              </a:ext>
            </a:extLst>
          </p:cNvPr>
          <p:cNvSpPr/>
          <p:nvPr/>
        </p:nvSpPr>
        <p:spPr>
          <a:xfrm>
            <a:off x="5782056" y="4481455"/>
            <a:ext cx="228600" cy="21945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A26FF6A8-5F9C-B28D-45EC-0255FA3E2B02}"/>
              </a:ext>
            </a:extLst>
          </p:cNvPr>
          <p:cNvSpPr/>
          <p:nvPr/>
        </p:nvSpPr>
        <p:spPr>
          <a:xfrm>
            <a:off x="6589016" y="4481455"/>
            <a:ext cx="228600" cy="21945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5AF279E-7B9D-6385-95E7-8E989B0F09B8}"/>
              </a:ext>
            </a:extLst>
          </p:cNvPr>
          <p:cNvSpPr txBox="1"/>
          <p:nvPr/>
        </p:nvSpPr>
        <p:spPr>
          <a:xfrm>
            <a:off x="6471665" y="4837337"/>
            <a:ext cx="6606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/>
              <a:t>Next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1BEBC41-53BD-B966-974A-CB4295676DB7}"/>
              </a:ext>
            </a:extLst>
          </p:cNvPr>
          <p:cNvSpPr/>
          <p:nvPr/>
        </p:nvSpPr>
        <p:spPr>
          <a:xfrm>
            <a:off x="7974710" y="3847681"/>
            <a:ext cx="2631186" cy="13345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0337E59-47FD-DFFA-8126-EE5F52383B20}"/>
              </a:ext>
            </a:extLst>
          </p:cNvPr>
          <p:cNvSpPr txBox="1"/>
          <p:nvPr/>
        </p:nvSpPr>
        <p:spPr>
          <a:xfrm>
            <a:off x="7974710" y="3867807"/>
            <a:ext cx="26311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Application Submitted!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0CC2C52-0D62-492A-4BD6-F96BC340415F}"/>
              </a:ext>
            </a:extLst>
          </p:cNvPr>
          <p:cNvSpPr txBox="1"/>
          <p:nvPr/>
        </p:nvSpPr>
        <p:spPr>
          <a:xfrm>
            <a:off x="7974710" y="4203251"/>
            <a:ext cx="16478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Next Steps:</a:t>
            </a:r>
          </a:p>
          <a:p>
            <a:endParaRPr lang="en-GB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6DC0D2E-D843-E4DA-8983-7AB8A948BA87}"/>
              </a:ext>
            </a:extLst>
          </p:cNvPr>
          <p:cNvSpPr txBox="1"/>
          <p:nvPr/>
        </p:nvSpPr>
        <p:spPr>
          <a:xfrm>
            <a:off x="9848088" y="4837337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Home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2F699CE-3F45-87F2-21D5-E9F9D7ACABB8}"/>
              </a:ext>
            </a:extLst>
          </p:cNvPr>
          <p:cNvSpPr/>
          <p:nvPr/>
        </p:nvSpPr>
        <p:spPr>
          <a:xfrm>
            <a:off x="1548384" y="516480"/>
            <a:ext cx="1883664" cy="85039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C20307A-7FC6-AE9B-E13A-7277648EC45D}"/>
              </a:ext>
            </a:extLst>
          </p:cNvPr>
          <p:cNvSpPr/>
          <p:nvPr/>
        </p:nvSpPr>
        <p:spPr>
          <a:xfrm>
            <a:off x="3685032" y="516480"/>
            <a:ext cx="1883664" cy="85039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C31C45D-B19B-D26A-1D90-CDDE0B8E9EE3}"/>
              </a:ext>
            </a:extLst>
          </p:cNvPr>
          <p:cNvSpPr/>
          <p:nvPr/>
        </p:nvSpPr>
        <p:spPr>
          <a:xfrm>
            <a:off x="5821680" y="516480"/>
            <a:ext cx="1883664" cy="85039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BACFE20-BCBF-56B0-54C2-1B613E6837E7}"/>
              </a:ext>
            </a:extLst>
          </p:cNvPr>
          <p:cNvSpPr/>
          <p:nvPr/>
        </p:nvSpPr>
        <p:spPr>
          <a:xfrm>
            <a:off x="7958328" y="516480"/>
            <a:ext cx="1883664" cy="85039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B1E2311-D7A9-3E74-6333-EE82E9509D2D}"/>
              </a:ext>
            </a:extLst>
          </p:cNvPr>
          <p:cNvSpPr/>
          <p:nvPr/>
        </p:nvSpPr>
        <p:spPr>
          <a:xfrm>
            <a:off x="10094976" y="516480"/>
            <a:ext cx="1883664" cy="85039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34D5661-556D-2CFB-0F8F-54B4296C948E}"/>
              </a:ext>
            </a:extLst>
          </p:cNvPr>
          <p:cNvSpPr txBox="1"/>
          <p:nvPr/>
        </p:nvSpPr>
        <p:spPr>
          <a:xfrm>
            <a:off x="2103120" y="745080"/>
            <a:ext cx="13075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Home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353700D-B82D-875E-DE7A-0F6AD1C4449D}"/>
              </a:ext>
            </a:extLst>
          </p:cNvPr>
          <p:cNvSpPr txBox="1"/>
          <p:nvPr/>
        </p:nvSpPr>
        <p:spPr>
          <a:xfrm>
            <a:off x="4145280" y="745080"/>
            <a:ext cx="1170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Courses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00B8799-B499-7F16-14ED-58315E3E1FF3}"/>
              </a:ext>
            </a:extLst>
          </p:cNvPr>
          <p:cNvSpPr txBox="1"/>
          <p:nvPr/>
        </p:nvSpPr>
        <p:spPr>
          <a:xfrm>
            <a:off x="6432804" y="745080"/>
            <a:ext cx="1399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About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C19D8DD-1832-E570-DDE8-8A83D218EEB6}"/>
              </a:ext>
            </a:extLst>
          </p:cNvPr>
          <p:cNvSpPr txBox="1"/>
          <p:nvPr/>
        </p:nvSpPr>
        <p:spPr>
          <a:xfrm>
            <a:off x="8287512" y="745080"/>
            <a:ext cx="1408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Application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F8CB2EE-1C80-2ACF-6A6C-B35FB998FBC1}"/>
              </a:ext>
            </a:extLst>
          </p:cNvPr>
          <p:cNvSpPr txBox="1"/>
          <p:nvPr/>
        </p:nvSpPr>
        <p:spPr>
          <a:xfrm>
            <a:off x="10576560" y="745080"/>
            <a:ext cx="1402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Contact</a:t>
            </a:r>
          </a:p>
        </p:txBody>
      </p:sp>
    </p:spTree>
    <p:extLst>
      <p:ext uri="{BB962C8B-B14F-4D97-AF65-F5344CB8AC3E}">
        <p14:creationId xmlns:p14="http://schemas.microsoft.com/office/powerpoint/2010/main" val="35275646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CED4B2C-97FB-DED6-CAAD-93747F1B556E}"/>
              </a:ext>
            </a:extLst>
          </p:cNvPr>
          <p:cNvSpPr/>
          <p:nvPr/>
        </p:nvSpPr>
        <p:spPr>
          <a:xfrm>
            <a:off x="2479548" y="2843784"/>
            <a:ext cx="7898892" cy="285292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F63D6C1-96CD-F6C6-774D-8821E2264AAA}"/>
              </a:ext>
            </a:extLst>
          </p:cNvPr>
          <p:cNvSpPr/>
          <p:nvPr/>
        </p:nvSpPr>
        <p:spPr>
          <a:xfrm>
            <a:off x="4279392" y="1353312"/>
            <a:ext cx="3401568" cy="11064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465CDA9-1463-A34B-F776-7E6B4B7CC450}"/>
              </a:ext>
            </a:extLst>
          </p:cNvPr>
          <p:cNvSpPr/>
          <p:nvPr/>
        </p:nvSpPr>
        <p:spPr>
          <a:xfrm>
            <a:off x="1271016" y="347472"/>
            <a:ext cx="1883664" cy="85039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F95D15-925F-ED9B-B7CA-0E9A1B185F1E}"/>
              </a:ext>
            </a:extLst>
          </p:cNvPr>
          <p:cNvSpPr/>
          <p:nvPr/>
        </p:nvSpPr>
        <p:spPr>
          <a:xfrm>
            <a:off x="3407664" y="347472"/>
            <a:ext cx="1883664" cy="85039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FE6566-BB58-8741-A489-D7FEEAB658C6}"/>
              </a:ext>
            </a:extLst>
          </p:cNvPr>
          <p:cNvSpPr/>
          <p:nvPr/>
        </p:nvSpPr>
        <p:spPr>
          <a:xfrm>
            <a:off x="5544312" y="347472"/>
            <a:ext cx="1883664" cy="85039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3882BB4-634E-4F72-2904-B5244E405C17}"/>
              </a:ext>
            </a:extLst>
          </p:cNvPr>
          <p:cNvSpPr/>
          <p:nvPr/>
        </p:nvSpPr>
        <p:spPr>
          <a:xfrm>
            <a:off x="7680960" y="347472"/>
            <a:ext cx="1883664" cy="85039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6501F2-99E2-86C0-6745-A8B9F6036084}"/>
              </a:ext>
            </a:extLst>
          </p:cNvPr>
          <p:cNvSpPr/>
          <p:nvPr/>
        </p:nvSpPr>
        <p:spPr>
          <a:xfrm>
            <a:off x="9817608" y="347472"/>
            <a:ext cx="1883664" cy="85039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39C4F2-6484-C9B8-88CF-47DC1ADD9587}"/>
              </a:ext>
            </a:extLst>
          </p:cNvPr>
          <p:cNvSpPr txBox="1"/>
          <p:nvPr/>
        </p:nvSpPr>
        <p:spPr>
          <a:xfrm>
            <a:off x="1825752" y="576072"/>
            <a:ext cx="13075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Home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C32B0EB-CDCF-CE8D-2D6C-8FE90BF59808}"/>
              </a:ext>
            </a:extLst>
          </p:cNvPr>
          <p:cNvSpPr txBox="1"/>
          <p:nvPr/>
        </p:nvSpPr>
        <p:spPr>
          <a:xfrm>
            <a:off x="3867912" y="576072"/>
            <a:ext cx="1170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Courses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30D6C5-ADFD-F412-B047-A147BC07B27A}"/>
              </a:ext>
            </a:extLst>
          </p:cNvPr>
          <p:cNvSpPr txBox="1"/>
          <p:nvPr/>
        </p:nvSpPr>
        <p:spPr>
          <a:xfrm>
            <a:off x="6155436" y="576072"/>
            <a:ext cx="1399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About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E0383D6-17F6-9EC0-0C74-6DDB0A9BE1E7}"/>
              </a:ext>
            </a:extLst>
          </p:cNvPr>
          <p:cNvSpPr txBox="1"/>
          <p:nvPr/>
        </p:nvSpPr>
        <p:spPr>
          <a:xfrm>
            <a:off x="8010144" y="576072"/>
            <a:ext cx="1408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Application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809EE81-871F-62CF-2C70-EA8C54CEAF25}"/>
              </a:ext>
            </a:extLst>
          </p:cNvPr>
          <p:cNvSpPr txBox="1"/>
          <p:nvPr/>
        </p:nvSpPr>
        <p:spPr>
          <a:xfrm>
            <a:off x="10299192" y="576072"/>
            <a:ext cx="1402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Contact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7472942-2596-3033-3A8C-867CD05B69FF}"/>
              </a:ext>
            </a:extLst>
          </p:cNvPr>
          <p:cNvSpPr txBox="1"/>
          <p:nvPr/>
        </p:nvSpPr>
        <p:spPr>
          <a:xfrm>
            <a:off x="4349496" y="1353312"/>
            <a:ext cx="47792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Get in touch!</a:t>
            </a:r>
          </a:p>
          <a:p>
            <a:endParaRPr lang="en-GB"/>
          </a:p>
          <a:p>
            <a:r>
              <a:rPr lang="en-GB"/>
              <a:t>We’d love to hear from you!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45B42CB-3053-A71B-2EBD-76231E2AF749}"/>
              </a:ext>
            </a:extLst>
          </p:cNvPr>
          <p:cNvSpPr txBox="1"/>
          <p:nvPr/>
        </p:nvSpPr>
        <p:spPr>
          <a:xfrm>
            <a:off x="2688336" y="3024700"/>
            <a:ext cx="73152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Email:</a:t>
            </a:r>
          </a:p>
          <a:p>
            <a:endParaRPr lang="en-GB"/>
          </a:p>
          <a:p>
            <a:endParaRPr lang="en-GB"/>
          </a:p>
          <a:p>
            <a:r>
              <a:rPr lang="en-GB"/>
              <a:t>Applicants:</a:t>
            </a:r>
          </a:p>
          <a:p>
            <a:endParaRPr lang="en-GB"/>
          </a:p>
          <a:p>
            <a:r>
              <a:rPr lang="en-GB"/>
              <a:t>Employers: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64232B-411E-2305-A141-DEDFFA6895B4}"/>
              </a:ext>
            </a:extLst>
          </p:cNvPr>
          <p:cNvSpPr txBox="1"/>
          <p:nvPr/>
        </p:nvSpPr>
        <p:spPr>
          <a:xfrm>
            <a:off x="1524" y="0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>
                <a:solidFill>
                  <a:srgbClr val="FF0000"/>
                </a:solidFill>
              </a:rPr>
              <a:t>Contact Page Wireframe</a:t>
            </a:r>
          </a:p>
        </p:txBody>
      </p:sp>
    </p:spTree>
    <p:extLst>
      <p:ext uri="{BB962C8B-B14F-4D97-AF65-F5344CB8AC3E}">
        <p14:creationId xmlns:p14="http://schemas.microsoft.com/office/powerpoint/2010/main" val="34741810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5B1C7-D550-0136-C2AB-4D92CBCEF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GB"/>
              <a:t>Typography and Colour Scheme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FC0F40-CFFE-5ACA-9669-150560302FFF}"/>
              </a:ext>
            </a:extLst>
          </p:cNvPr>
          <p:cNvSpPr txBox="1"/>
          <p:nvPr/>
        </p:nvSpPr>
        <p:spPr>
          <a:xfrm>
            <a:off x="128016" y="1444752"/>
            <a:ext cx="1063447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I am going to use a colour scheme of two colours consisting of white and a </a:t>
            </a:r>
            <a:r>
              <a:rPr lang="en-GB" err="1"/>
              <a:t>brown.This</a:t>
            </a:r>
            <a:r>
              <a:rPr lang="en-GB"/>
              <a:t> is to make the site look professional and keep the look of a modern website. It was important that the colours I pick don’t stand out and make the site look uncomfortable to read. So, using these two colours will help a user clearly read the site and the text on screen and has a similar feel to coffee beans referencing the name of the site, hot beans</a:t>
            </a:r>
          </a:p>
          <a:p>
            <a:endParaRPr lang="en-GB"/>
          </a:p>
          <a:p>
            <a:r>
              <a:rPr lang="en-GB"/>
              <a:t>For fonts, I will use Playfair display as it creates a sharp modern feel to the website and the words power and keeps the serious nature of the website.</a:t>
            </a:r>
          </a:p>
        </p:txBody>
      </p:sp>
    </p:spTree>
    <p:extLst>
      <p:ext uri="{BB962C8B-B14F-4D97-AF65-F5344CB8AC3E}">
        <p14:creationId xmlns:p14="http://schemas.microsoft.com/office/powerpoint/2010/main" val="24513274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255</Words>
  <Application>Microsoft Office PowerPoint</Application>
  <PresentationFormat>Widescreen</PresentationFormat>
  <Paragraphs>87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Web Dev Assignment 2 &amp; 3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Typography and Colour Scheme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Wenington</dc:creator>
  <cp:lastModifiedBy>Daniel Wenington</cp:lastModifiedBy>
  <cp:revision>1</cp:revision>
  <dcterms:created xsi:type="dcterms:W3CDTF">2026-04-24T08:12:22Z</dcterms:created>
  <dcterms:modified xsi:type="dcterms:W3CDTF">2026-05-01T12:32:53Z</dcterms:modified>
</cp:coreProperties>
</file>